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24" r:id="rId2"/>
    <p:sldMasterId id="2147483797" r:id="rId3"/>
    <p:sldMasterId id="2147483870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21383625" cy="30275213"/>
  <p:notesSz cx="6858000" cy="9144000"/>
  <p:defaultTextStyle>
    <a:defPPr>
      <a:defRPr lang="de-DE"/>
    </a:defPPr>
    <a:lvl1pPr marL="0" algn="l" defTabSz="2950887" rtl="0" eaLnBrk="1" latinLnBrk="0" hangingPunct="1">
      <a:defRPr sz="5799" kern="1200">
        <a:solidFill>
          <a:schemeClr val="tx1"/>
        </a:solidFill>
        <a:latin typeface="+mn-lt"/>
        <a:ea typeface="+mn-ea"/>
        <a:cs typeface="+mn-cs"/>
      </a:defRPr>
    </a:lvl1pPr>
    <a:lvl2pPr marL="1475446" algn="l" defTabSz="2950887" rtl="0" eaLnBrk="1" latinLnBrk="0" hangingPunct="1">
      <a:defRPr sz="5799" kern="1200">
        <a:solidFill>
          <a:schemeClr val="tx1"/>
        </a:solidFill>
        <a:latin typeface="+mn-lt"/>
        <a:ea typeface="+mn-ea"/>
        <a:cs typeface="+mn-cs"/>
      </a:defRPr>
    </a:lvl2pPr>
    <a:lvl3pPr marL="2950887" algn="l" defTabSz="2950887" rtl="0" eaLnBrk="1" latinLnBrk="0" hangingPunct="1">
      <a:defRPr sz="5799" kern="1200">
        <a:solidFill>
          <a:schemeClr val="tx1"/>
        </a:solidFill>
        <a:latin typeface="+mn-lt"/>
        <a:ea typeface="+mn-ea"/>
        <a:cs typeface="+mn-cs"/>
      </a:defRPr>
    </a:lvl3pPr>
    <a:lvl4pPr marL="4426332" algn="l" defTabSz="2950887" rtl="0" eaLnBrk="1" latinLnBrk="0" hangingPunct="1">
      <a:defRPr sz="5799" kern="1200">
        <a:solidFill>
          <a:schemeClr val="tx1"/>
        </a:solidFill>
        <a:latin typeface="+mn-lt"/>
        <a:ea typeface="+mn-ea"/>
        <a:cs typeface="+mn-cs"/>
      </a:defRPr>
    </a:lvl4pPr>
    <a:lvl5pPr marL="5901776" algn="l" defTabSz="2950887" rtl="0" eaLnBrk="1" latinLnBrk="0" hangingPunct="1">
      <a:defRPr sz="5799" kern="1200">
        <a:solidFill>
          <a:schemeClr val="tx1"/>
        </a:solidFill>
        <a:latin typeface="+mn-lt"/>
        <a:ea typeface="+mn-ea"/>
        <a:cs typeface="+mn-cs"/>
      </a:defRPr>
    </a:lvl5pPr>
    <a:lvl6pPr marL="7377222" algn="l" defTabSz="2950887" rtl="0" eaLnBrk="1" latinLnBrk="0" hangingPunct="1">
      <a:defRPr sz="5799" kern="1200">
        <a:solidFill>
          <a:schemeClr val="tx1"/>
        </a:solidFill>
        <a:latin typeface="+mn-lt"/>
        <a:ea typeface="+mn-ea"/>
        <a:cs typeface="+mn-cs"/>
      </a:defRPr>
    </a:lvl6pPr>
    <a:lvl7pPr marL="8852667" algn="l" defTabSz="2950887" rtl="0" eaLnBrk="1" latinLnBrk="0" hangingPunct="1">
      <a:defRPr sz="5799" kern="1200">
        <a:solidFill>
          <a:schemeClr val="tx1"/>
        </a:solidFill>
        <a:latin typeface="+mn-lt"/>
        <a:ea typeface="+mn-ea"/>
        <a:cs typeface="+mn-cs"/>
      </a:defRPr>
    </a:lvl7pPr>
    <a:lvl8pPr marL="10328109" algn="l" defTabSz="2950887" rtl="0" eaLnBrk="1" latinLnBrk="0" hangingPunct="1">
      <a:defRPr sz="5799" kern="1200">
        <a:solidFill>
          <a:schemeClr val="tx1"/>
        </a:solidFill>
        <a:latin typeface="+mn-lt"/>
        <a:ea typeface="+mn-ea"/>
        <a:cs typeface="+mn-cs"/>
      </a:defRPr>
    </a:lvl8pPr>
    <a:lvl9pPr marL="11803554" algn="l" defTabSz="2950887" rtl="0" eaLnBrk="1" latinLnBrk="0" hangingPunct="1">
      <a:defRPr sz="5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4" orient="horz" pos="1021" userDrawn="1">
          <p15:clr>
            <a:srgbClr val="A4A3A4"/>
          </p15:clr>
        </p15:guide>
        <p15:guide id="5" orient="horz" pos="18050" userDrawn="1">
          <p15:clr>
            <a:srgbClr val="A4A3A4"/>
          </p15:clr>
        </p15:guide>
        <p15:guide id="7" pos="1020" userDrawn="1">
          <p15:clr>
            <a:srgbClr val="A4A3A4"/>
          </p15:clr>
        </p15:guide>
        <p15:guide id="8" pos="12450" userDrawn="1">
          <p15:clr>
            <a:srgbClr val="A4A3A4"/>
          </p15:clr>
        </p15:guide>
        <p15:guide id="9" pos="2055" userDrawn="1">
          <p15:clr>
            <a:srgbClr val="A4A3A4"/>
          </p15:clr>
        </p15:guide>
        <p15:guide id="11" orient="horz" pos="5556" userDrawn="1">
          <p15:clr>
            <a:srgbClr val="A4A3A4"/>
          </p15:clr>
        </p15:guide>
        <p15:guide id="12" orient="horz" pos="13820" userDrawn="1">
          <p15:clr>
            <a:srgbClr val="A4A3A4"/>
          </p15:clr>
        </p15:guide>
        <p15:guide id="13" pos="2508" userDrawn="1">
          <p15:clr>
            <a:srgbClr val="A4A3A4"/>
          </p15:clr>
        </p15:guide>
        <p15:guide id="14" pos="3539" userDrawn="1">
          <p15:clr>
            <a:srgbClr val="A4A3A4"/>
          </p15:clr>
        </p15:guide>
        <p15:guide id="15" pos="3991" userDrawn="1">
          <p15:clr>
            <a:srgbClr val="A4A3A4"/>
          </p15:clr>
        </p15:guide>
        <p15:guide id="16" pos="5024" userDrawn="1">
          <p15:clr>
            <a:srgbClr val="A4A3A4"/>
          </p15:clr>
        </p15:guide>
        <p15:guide id="17" pos="5475" userDrawn="1">
          <p15:clr>
            <a:srgbClr val="A4A3A4"/>
          </p15:clr>
        </p15:guide>
        <p15:guide id="18" pos="6510" userDrawn="1">
          <p15:clr>
            <a:srgbClr val="A4A3A4"/>
          </p15:clr>
        </p15:guide>
        <p15:guide id="19" pos="6963" userDrawn="1">
          <p15:clr>
            <a:srgbClr val="A4A3A4"/>
          </p15:clr>
        </p15:guide>
        <p15:guide id="20" pos="7995" userDrawn="1">
          <p15:clr>
            <a:srgbClr val="A4A3A4"/>
          </p15:clr>
        </p15:guide>
        <p15:guide id="21" pos="8446" userDrawn="1">
          <p15:clr>
            <a:srgbClr val="A4A3A4"/>
          </p15:clr>
        </p15:guide>
        <p15:guide id="22" pos="9479" userDrawn="1">
          <p15:clr>
            <a:srgbClr val="A4A3A4"/>
          </p15:clr>
        </p15:guide>
        <p15:guide id="23" pos="9934" userDrawn="1">
          <p15:clr>
            <a:srgbClr val="A4A3A4"/>
          </p15:clr>
        </p15:guide>
        <p15:guide id="24" pos="10962" userDrawn="1">
          <p15:clr>
            <a:srgbClr val="A4A3A4"/>
          </p15:clr>
        </p15:guide>
        <p15:guide id="25" pos="114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699"/>
    <a:srgbClr val="009EE3"/>
    <a:srgbClr val="00964E"/>
    <a:srgbClr val="E53009"/>
    <a:srgbClr val="E50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5"/>
    <p:restoredTop sz="94737"/>
  </p:normalViewPr>
  <p:slideViewPr>
    <p:cSldViewPr showGuides="1">
      <p:cViewPr>
        <p:scale>
          <a:sx n="67" d="100"/>
          <a:sy n="67" d="100"/>
        </p:scale>
        <p:origin x="1736" y="144"/>
      </p:cViewPr>
      <p:guideLst>
        <p:guide orient="horz" pos="9536"/>
        <p:guide pos="6735"/>
        <p:guide orient="horz" pos="1021"/>
        <p:guide orient="horz" pos="18050"/>
        <p:guide pos="1020"/>
        <p:guide pos="12450"/>
        <p:guide pos="2055"/>
        <p:guide orient="horz" pos="5556"/>
        <p:guide orient="horz" pos="13820"/>
        <p:guide pos="2508"/>
        <p:guide pos="3539"/>
        <p:guide pos="3991"/>
        <p:guide pos="5024"/>
        <p:guide pos="5475"/>
        <p:guide pos="6510"/>
        <p:guide pos="6963"/>
        <p:guide pos="7995"/>
        <p:guide pos="8446"/>
        <p:guide pos="9479"/>
        <p:guide pos="9934"/>
        <p:guide pos="10962"/>
        <p:guide pos="1141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4" d="100"/>
          <a:sy n="64" d="100"/>
        </p:scale>
        <p:origin x="-283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79C4D-4791-4D59-8DC6-E8AFFE904828}" type="datetimeFigureOut">
              <a:rPr lang="de-DE" smtClean="0"/>
              <a:t>06.10.22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CEF44-CAAA-4BD8-BB4A-3FBF15456D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5278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C8CEE-EA98-4BE2-B5DF-BF93C5D16FF5}" type="datetimeFigureOut">
              <a:rPr lang="de-DE" smtClean="0"/>
              <a:t>06.10.22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23C6D-1132-49D9-8AA2-BA270449FE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1977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95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6978" algn="l" defTabSz="91395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3954" algn="l" defTabSz="91395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0932" algn="l" defTabSz="91395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7912" algn="l" defTabSz="91395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4890" algn="l" defTabSz="91395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1865" algn="l" defTabSz="91395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8846" algn="l" defTabSz="91395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5822" algn="l" defTabSz="91395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75"/>
          <a:stretch/>
        </p:blipFill>
        <p:spPr>
          <a:xfrm>
            <a:off x="1619253" y="28387078"/>
            <a:ext cx="4578306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16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Bild –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chemeClr val="accent1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chemeClr val="accent1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53913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E5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E5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49"/>
          <a:stretch/>
        </p:blipFill>
        <p:spPr>
          <a:xfrm>
            <a:off x="1577003" y="27539609"/>
            <a:ext cx="4434290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96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E5007D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E5007D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32772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E530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E530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99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E53009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E53009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24826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9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9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61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964E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964E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9191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41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9EE3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9EE3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57966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7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4699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4699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31804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42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Bild –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chemeClr val="accent1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chemeClr val="accent1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65076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E5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E5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35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E5007D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E5007D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6930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E530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E530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12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E53009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E53009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57513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9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9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76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964E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964E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88311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49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9EE3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9EE3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96315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08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4699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4699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55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6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Bild –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chemeClr val="accent1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chemeClr val="accent1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90870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E5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E5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1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E5007D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E5007D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01725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E530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E530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48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E53009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E53009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29695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9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9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2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964E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964E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32589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87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9EE3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9EE3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35568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94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4699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4699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3832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06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Bild –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chemeClr val="accent1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chemeClr val="accent1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6738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E5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E5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58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E5007D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E5007D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19129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E530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E530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8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E53009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E53009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70319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9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9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43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964E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964E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12652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22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9EE3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9EE3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79128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Text –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00478" y="2143935"/>
            <a:ext cx="14327188" cy="4642206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0DB58-B237-404C-9D96-174DF0886921}"/>
              </a:ext>
            </a:extLst>
          </p:cNvPr>
          <p:cNvSpPr/>
          <p:nvPr userDrawn="1"/>
        </p:nvSpPr>
        <p:spPr>
          <a:xfrm>
            <a:off x="769653" y="1620005"/>
            <a:ext cx="1699200" cy="5598001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05B4A1-883F-4162-A1F1-E03CCAE02B54}"/>
              </a:ext>
            </a:extLst>
          </p:cNvPr>
          <p:cNvSpPr/>
          <p:nvPr userDrawn="1"/>
        </p:nvSpPr>
        <p:spPr>
          <a:xfrm>
            <a:off x="18914778" y="1620005"/>
            <a:ext cx="1699200" cy="5598001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312" tIns="42157" rIns="84312" bIns="42157" rtlCol="0" anchor="ctr"/>
          <a:lstStyle/>
          <a:p>
            <a:pPr algn="ctr"/>
            <a:endParaRPr lang="de-DE" sz="2317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3" y="8818565"/>
            <a:ext cx="8713786" cy="10980000"/>
          </a:xfrm>
        </p:spPr>
        <p:txBody>
          <a:bodyPr anchor="ctr" anchorCtr="0"/>
          <a:lstStyle>
            <a:lvl1pPr algn="ctr">
              <a:defRPr sz="2766"/>
            </a:lvl1pPr>
          </a:lstStyle>
          <a:p>
            <a:r>
              <a:rPr lang="de-DE" dirty="0"/>
              <a:t>Bild durch Klicken auf das Symbol hinzufügen.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1096" y="20406639"/>
            <a:ext cx="8713786" cy="4701334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052122" y="8669939"/>
            <a:ext cx="8713786" cy="16411345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41181F-53CD-4199-B1D2-7AA6B0828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2" y="27539609"/>
            <a:ext cx="9152151" cy="12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36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556" userDrawn="1">
          <p15:clr>
            <a:srgbClr val="FBAE40"/>
          </p15:clr>
        </p15:guide>
        <p15:guide id="3" orient="horz" pos="1348" userDrawn="1">
          <p15:clr>
            <a:srgbClr val="FBAE40"/>
          </p15:clr>
        </p15:guide>
        <p15:guide id="4" pos="2392" userDrawn="1">
          <p15:clr>
            <a:srgbClr val="FBAE40"/>
          </p15:clr>
        </p15:guide>
        <p15:guide id="5" orient="horz" pos="12846" userDrawn="1">
          <p15:clr>
            <a:srgbClr val="FBAE40"/>
          </p15:clr>
        </p15:guide>
        <p15:guide id="6" orient="horz" pos="15795" userDrawn="1">
          <p15:clr>
            <a:srgbClr val="FBAE40"/>
          </p15:clr>
        </p15:guide>
        <p15:guide id="7" orient="horz" pos="5465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ohne Fakultät, Foto –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548149" y="21508992"/>
            <a:ext cx="11214878" cy="3484327"/>
          </a:xfrm>
        </p:spPr>
        <p:txBody>
          <a:bodyPr/>
          <a:lstStyle>
            <a:lvl1pPr algn="l">
              <a:lnSpc>
                <a:spcPct val="100000"/>
              </a:lnSpc>
              <a:defRPr sz="11156"/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9252" y="4824002"/>
            <a:ext cx="18143999" cy="16056001"/>
          </a:xfrm>
        </p:spPr>
        <p:txBody>
          <a:bodyPr anchor="ctr" anchorCtr="0"/>
          <a:lstStyle>
            <a:lvl1pPr algn="ctr">
              <a:defRPr sz="2766" baseline="0"/>
            </a:lvl1pPr>
          </a:lstStyle>
          <a:p>
            <a:r>
              <a:rPr lang="de-DE" dirty="0"/>
              <a:t>Bild durch Klicken auf das Symbol hinzufügen.  </a:t>
            </a:r>
            <a:br>
              <a:rPr lang="de-DE" dirty="0"/>
            </a:br>
            <a:r>
              <a:rPr lang="de-DE" dirty="0"/>
              <a:t>Nach Einfügen des Bildes ggf. die Tapes wieder in den Vordergrund bringen.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3153" y="25795802"/>
            <a:ext cx="11070098" cy="2874451"/>
          </a:xfrm>
        </p:spPr>
        <p:txBody>
          <a:bodyPr/>
          <a:lstStyle>
            <a:lvl1pPr>
              <a:lnSpc>
                <a:spcPct val="105000"/>
              </a:lnSpc>
              <a:defRPr/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C63932-A0CB-4001-BDA0-D918DD058C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13" y="1574342"/>
            <a:ext cx="9152151" cy="1221082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01712-2D53-46CD-A631-D2500FA0E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7604" y="8351842"/>
            <a:ext cx="1979999" cy="8999539"/>
          </a:xfrm>
          <a:solidFill>
            <a:srgbClr val="004699"/>
          </a:solidFill>
        </p:spPr>
        <p:txBody>
          <a:bodyPr/>
          <a:lstStyle>
            <a:lvl1pPr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.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101DC80F-1C7E-45E3-8D05-F05106688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46403" y="8352001"/>
            <a:ext cx="1979999" cy="8999539"/>
          </a:xfrm>
          <a:solidFill>
            <a:srgbClr val="004699"/>
          </a:solidFill>
        </p:spPr>
        <p:txBody>
          <a:bodyPr/>
          <a:lstStyle>
            <a:lvl1pPr algn="l">
              <a:defRPr sz="305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1600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8" userDrawn="1">
          <p15:clr>
            <a:srgbClr val="FBAE40"/>
          </p15:clr>
        </p15:guide>
        <p15:guide id="6" orient="horz" pos="13817" userDrawn="1">
          <p15:clr>
            <a:srgbClr val="FBAE40"/>
          </p15:clr>
        </p15:guide>
        <p15:guide id="7" orient="horz" pos="16338" userDrawn="1">
          <p15:clr>
            <a:srgbClr val="FBAE40"/>
          </p15:clr>
        </p15:guide>
        <p15:guide id="8" pos="53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614991" y="1616079"/>
            <a:ext cx="10152062" cy="46422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619254" y="7064223"/>
            <a:ext cx="18146712" cy="19980241"/>
          </a:xfrm>
          <a:prstGeom prst="rect">
            <a:avLst/>
          </a:prstGeom>
        </p:spPr>
        <p:txBody>
          <a:bodyPr vert="horz" lIns="0" tIns="0" rIns="0" bIns="0" numCol="1" spcCol="720072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92488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lvl1pPr algn="ctr" defTabSz="2721885" rtl="0" eaLnBrk="1" latinLnBrk="0" hangingPunct="1">
        <a:lnSpc>
          <a:spcPct val="90000"/>
        </a:lnSpc>
        <a:spcBef>
          <a:spcPct val="0"/>
        </a:spcBef>
        <a:buNone/>
        <a:defRPr sz="13644" kern="1200">
          <a:solidFill>
            <a:schemeClr val="tx1"/>
          </a:solidFill>
          <a:latin typeface="Source Sans Pro Light" panose="020B0403030403020204" pitchFamily="34" charset="0"/>
          <a:ea typeface="+mj-ea"/>
          <a:cs typeface="+mj-cs"/>
        </a:defRPr>
      </a:lvl1pPr>
    </p:titleStyle>
    <p:bodyStyle>
      <a:lvl1pPr marL="0" indent="0" algn="l" defTabSz="272188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Semibold" panose="020B0603030403020204" pitchFamily="34" charset="0"/>
          <a:ea typeface="+mn-ea"/>
          <a:cs typeface="+mn-cs"/>
        </a:defRPr>
      </a:lvl1pPr>
      <a:lvl2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2pPr>
      <a:lvl3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3pPr>
      <a:lvl4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4pPr>
      <a:lvl5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5pPr>
      <a:lvl6pPr marL="7485186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6pPr>
      <a:lvl7pPr marL="8846131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7pPr>
      <a:lvl8pPr marL="10207071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8pPr>
      <a:lvl9pPr marL="11568017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1pPr>
      <a:lvl2pPr marL="1360943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2pPr>
      <a:lvl3pPr marL="2721885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3pPr>
      <a:lvl4pPr marL="4082828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4pPr>
      <a:lvl5pPr marL="5443774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5pPr>
      <a:lvl6pPr marL="6804716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6pPr>
      <a:lvl7pPr marL="8165659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7pPr>
      <a:lvl8pPr marL="9526600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8pPr>
      <a:lvl9pPr marL="10887543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614991" y="1616079"/>
            <a:ext cx="10152062" cy="46422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619254" y="7064223"/>
            <a:ext cx="18146712" cy="19980241"/>
          </a:xfrm>
          <a:prstGeom prst="rect">
            <a:avLst/>
          </a:prstGeom>
        </p:spPr>
        <p:txBody>
          <a:bodyPr vert="horz" lIns="0" tIns="0" rIns="0" bIns="0" numCol="1" spcCol="720072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857247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37" r:id="rId3"/>
    <p:sldLayoutId id="2147483738" r:id="rId4"/>
    <p:sldLayoutId id="2147483749" r:id="rId5"/>
    <p:sldLayoutId id="2147483750" r:id="rId6"/>
    <p:sldLayoutId id="2147483761" r:id="rId7"/>
    <p:sldLayoutId id="2147483762" r:id="rId8"/>
    <p:sldLayoutId id="2147483773" r:id="rId9"/>
    <p:sldLayoutId id="2147483774" r:id="rId10"/>
    <p:sldLayoutId id="2147483785" r:id="rId11"/>
    <p:sldLayoutId id="2147483786" r:id="rId12"/>
  </p:sldLayoutIdLst>
  <p:hf sldNum="0" hdr="0" ftr="0" dt="0"/>
  <p:txStyles>
    <p:titleStyle>
      <a:lvl1pPr algn="ctr" defTabSz="2721885" rtl="0" eaLnBrk="1" latinLnBrk="0" hangingPunct="1">
        <a:lnSpc>
          <a:spcPct val="90000"/>
        </a:lnSpc>
        <a:spcBef>
          <a:spcPct val="0"/>
        </a:spcBef>
        <a:buNone/>
        <a:defRPr sz="13644" kern="1200">
          <a:solidFill>
            <a:schemeClr val="tx1"/>
          </a:solidFill>
          <a:latin typeface="Source Sans Pro Light" panose="020B0403030403020204" pitchFamily="34" charset="0"/>
          <a:ea typeface="+mj-ea"/>
          <a:cs typeface="+mj-cs"/>
        </a:defRPr>
      </a:lvl1pPr>
    </p:titleStyle>
    <p:bodyStyle>
      <a:lvl1pPr marL="0" indent="0" algn="l" defTabSz="272188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Semibold" panose="020B0603030403020204" pitchFamily="34" charset="0"/>
          <a:ea typeface="+mn-ea"/>
          <a:cs typeface="+mn-cs"/>
        </a:defRPr>
      </a:lvl1pPr>
      <a:lvl2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2pPr>
      <a:lvl3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3pPr>
      <a:lvl4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4pPr>
      <a:lvl5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5pPr>
      <a:lvl6pPr marL="7485186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6pPr>
      <a:lvl7pPr marL="8846131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7pPr>
      <a:lvl8pPr marL="10207071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8pPr>
      <a:lvl9pPr marL="11568017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1pPr>
      <a:lvl2pPr marL="1360943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2pPr>
      <a:lvl3pPr marL="2721885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3pPr>
      <a:lvl4pPr marL="4082828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4pPr>
      <a:lvl5pPr marL="5443774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5pPr>
      <a:lvl6pPr marL="6804716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6pPr>
      <a:lvl7pPr marL="8165659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7pPr>
      <a:lvl8pPr marL="9526600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8pPr>
      <a:lvl9pPr marL="10887543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614991" y="1616079"/>
            <a:ext cx="10152062" cy="46422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619254" y="7064223"/>
            <a:ext cx="18146712" cy="19980241"/>
          </a:xfrm>
          <a:prstGeom prst="rect">
            <a:avLst/>
          </a:prstGeom>
        </p:spPr>
        <p:txBody>
          <a:bodyPr vert="horz" lIns="0" tIns="0" rIns="0" bIns="0" numCol="1" spcCol="720072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574806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10" r:id="rId3"/>
    <p:sldLayoutId id="2147483811" r:id="rId4"/>
    <p:sldLayoutId id="2147483822" r:id="rId5"/>
    <p:sldLayoutId id="2147483823" r:id="rId6"/>
    <p:sldLayoutId id="2147483834" r:id="rId7"/>
    <p:sldLayoutId id="2147483835" r:id="rId8"/>
    <p:sldLayoutId id="2147483846" r:id="rId9"/>
    <p:sldLayoutId id="2147483847" r:id="rId10"/>
    <p:sldLayoutId id="2147483858" r:id="rId11"/>
    <p:sldLayoutId id="2147483859" r:id="rId12"/>
  </p:sldLayoutIdLst>
  <p:hf sldNum="0" hdr="0" ftr="0" dt="0"/>
  <p:txStyles>
    <p:titleStyle>
      <a:lvl1pPr algn="ctr" defTabSz="2721885" rtl="0" eaLnBrk="1" latinLnBrk="0" hangingPunct="1">
        <a:lnSpc>
          <a:spcPct val="90000"/>
        </a:lnSpc>
        <a:spcBef>
          <a:spcPct val="0"/>
        </a:spcBef>
        <a:buNone/>
        <a:defRPr sz="13644" kern="1200">
          <a:solidFill>
            <a:schemeClr val="tx1"/>
          </a:solidFill>
          <a:latin typeface="Source Sans Pro Light" panose="020B0403030403020204" pitchFamily="34" charset="0"/>
          <a:ea typeface="+mj-ea"/>
          <a:cs typeface="+mj-cs"/>
        </a:defRPr>
      </a:lvl1pPr>
    </p:titleStyle>
    <p:bodyStyle>
      <a:lvl1pPr marL="0" indent="0" algn="l" defTabSz="272188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Semibold" panose="020B0603030403020204" pitchFamily="34" charset="0"/>
          <a:ea typeface="+mn-ea"/>
          <a:cs typeface="+mn-cs"/>
        </a:defRPr>
      </a:lvl1pPr>
      <a:lvl2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2pPr>
      <a:lvl3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3pPr>
      <a:lvl4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4pPr>
      <a:lvl5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5pPr>
      <a:lvl6pPr marL="7485186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6pPr>
      <a:lvl7pPr marL="8846131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7pPr>
      <a:lvl8pPr marL="10207071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8pPr>
      <a:lvl9pPr marL="11568017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1pPr>
      <a:lvl2pPr marL="1360943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2pPr>
      <a:lvl3pPr marL="2721885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3pPr>
      <a:lvl4pPr marL="4082828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4pPr>
      <a:lvl5pPr marL="5443774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5pPr>
      <a:lvl6pPr marL="6804716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6pPr>
      <a:lvl7pPr marL="8165659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7pPr>
      <a:lvl8pPr marL="9526600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8pPr>
      <a:lvl9pPr marL="10887543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614991" y="1616079"/>
            <a:ext cx="10152062" cy="46422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619254" y="7064223"/>
            <a:ext cx="18146712" cy="19980241"/>
          </a:xfrm>
          <a:prstGeom prst="rect">
            <a:avLst/>
          </a:prstGeom>
        </p:spPr>
        <p:txBody>
          <a:bodyPr vert="horz" lIns="0" tIns="0" rIns="0" bIns="0" numCol="1" spcCol="720072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10948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83" r:id="rId3"/>
    <p:sldLayoutId id="2147483884" r:id="rId4"/>
    <p:sldLayoutId id="2147483895" r:id="rId5"/>
    <p:sldLayoutId id="2147483896" r:id="rId6"/>
    <p:sldLayoutId id="2147483907" r:id="rId7"/>
    <p:sldLayoutId id="2147483908" r:id="rId8"/>
    <p:sldLayoutId id="2147483919" r:id="rId9"/>
    <p:sldLayoutId id="2147483920" r:id="rId10"/>
    <p:sldLayoutId id="2147483931" r:id="rId11"/>
    <p:sldLayoutId id="2147483932" r:id="rId12"/>
  </p:sldLayoutIdLst>
  <p:hf sldNum="0" hdr="0" ftr="0" dt="0"/>
  <p:txStyles>
    <p:titleStyle>
      <a:lvl1pPr algn="ctr" defTabSz="2721885" rtl="0" eaLnBrk="1" latinLnBrk="0" hangingPunct="1">
        <a:lnSpc>
          <a:spcPct val="90000"/>
        </a:lnSpc>
        <a:spcBef>
          <a:spcPct val="0"/>
        </a:spcBef>
        <a:buNone/>
        <a:defRPr sz="13644" kern="1200">
          <a:solidFill>
            <a:schemeClr val="tx1"/>
          </a:solidFill>
          <a:latin typeface="Source Sans Pro Light" panose="020B0403030403020204" pitchFamily="34" charset="0"/>
          <a:ea typeface="+mj-ea"/>
          <a:cs typeface="+mj-cs"/>
        </a:defRPr>
      </a:lvl1pPr>
    </p:titleStyle>
    <p:bodyStyle>
      <a:lvl1pPr marL="0" indent="0" algn="l" defTabSz="272188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Semibold" panose="020B0603030403020204" pitchFamily="34" charset="0"/>
          <a:ea typeface="+mn-ea"/>
          <a:cs typeface="+mn-cs"/>
        </a:defRPr>
      </a:lvl1pPr>
      <a:lvl2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2pPr>
      <a:lvl3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3pPr>
      <a:lvl4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4pPr>
      <a:lvl5pPr marL="0" indent="0" algn="l" defTabSz="2721885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3688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5pPr>
      <a:lvl6pPr marL="7485186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6pPr>
      <a:lvl7pPr marL="8846131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7pPr>
      <a:lvl8pPr marL="10207071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8pPr>
      <a:lvl9pPr marL="11568017" indent="-680469" algn="l" defTabSz="2721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59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1pPr>
      <a:lvl2pPr marL="1360943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2pPr>
      <a:lvl3pPr marL="2721885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3pPr>
      <a:lvl4pPr marL="4082828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4pPr>
      <a:lvl5pPr marL="5443774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5pPr>
      <a:lvl6pPr marL="6804716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6pPr>
      <a:lvl7pPr marL="8165659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7pPr>
      <a:lvl8pPr marL="9526600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8pPr>
      <a:lvl9pPr marL="10887543" algn="l" defTabSz="2721885" rtl="0" eaLnBrk="1" latinLnBrk="0" hangingPunct="1">
        <a:defRPr sz="5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3274988" y="2881565"/>
            <a:ext cx="14852678" cy="2102913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de-DE" sz="5400" dirty="0"/>
              <a:t>Titel</a:t>
            </a:r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1615875" y="7805784"/>
            <a:ext cx="8713786" cy="8380720"/>
          </a:xfrm>
        </p:spPr>
      </p:sp>
      <p:sp>
        <p:nvSpPr>
          <p:cNvPr id="12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1621096" y="16996505"/>
            <a:ext cx="8713786" cy="8380720"/>
          </a:xfrm>
        </p:spPr>
        <p:txBody>
          <a:bodyPr/>
          <a:lstStyle/>
          <a:p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Text oder 2. Bild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11048744" y="7805784"/>
            <a:ext cx="8713786" cy="17571441"/>
          </a:xfrm>
        </p:spPr>
        <p:txBody>
          <a:bodyPr/>
          <a:lstStyle/>
          <a:p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Möglicher Aufbau und Hinweise:</a:t>
            </a:r>
          </a:p>
          <a:p>
            <a:endParaRPr lang="de-DE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Motivation (Was war das Ziel),</a:t>
            </a:r>
          </a:p>
          <a:p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Methoden (Wie wurde das Ziel erreicht?), Ergebnis (Was wurde erreicht?)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B484C06-30B5-A6BB-5321-C40DDAF4853A}"/>
              </a:ext>
            </a:extLst>
          </p:cNvPr>
          <p:cNvSpPr txBox="1"/>
          <p:nvPr/>
        </p:nvSpPr>
        <p:spPr>
          <a:xfrm>
            <a:off x="3265473" y="5452126"/>
            <a:ext cx="14852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Max Mustermann, Maxi Musterfrau (</a:t>
            </a:r>
            <a:r>
              <a:rPr lang="de-DE" sz="3600" dirty="0" err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SoSe</a:t>
            </a:r>
            <a:r>
              <a:rPr lang="de-DE" sz="36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2022)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4DE78C-9414-7C0C-6856-12709915CC48}"/>
              </a:ext>
            </a:extLst>
          </p:cNvPr>
          <p:cNvSpPr txBox="1"/>
          <p:nvPr/>
        </p:nvSpPr>
        <p:spPr>
          <a:xfrm>
            <a:off x="1613469" y="26715269"/>
            <a:ext cx="14327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Weitere Informationen unter (optional, Link zu </a:t>
            </a:r>
            <a:r>
              <a:rPr lang="de-DE" sz="3600" dirty="0" err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Github</a:t>
            </a:r>
            <a:r>
              <a:rPr lang="de-DE" sz="36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-Repo usw.)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751A7DD-BD1F-2FF0-AEC0-22EC2F11BED1}"/>
              </a:ext>
            </a:extLst>
          </p:cNvPr>
          <p:cNvSpPr txBox="1"/>
          <p:nvPr/>
        </p:nvSpPr>
        <p:spPr>
          <a:xfrm>
            <a:off x="3274988" y="1504565"/>
            <a:ext cx="14852678" cy="909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4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Masterstudiengang, Profil: Elektronische Schaltungstechnik und Signalverarbeitung</a:t>
            </a:r>
          </a:p>
          <a:p>
            <a:pPr>
              <a:lnSpc>
                <a:spcPct val="114000"/>
              </a:lnSpc>
            </a:pPr>
            <a:r>
              <a:rPr lang="de-DE" sz="24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Modul E747: Computer-Vision- und </a:t>
            </a:r>
            <a:r>
              <a:rPr lang="de-DE" sz="2400" dirty="0" err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Machine</a:t>
            </a:r>
            <a:r>
              <a:rPr lang="de-DE" sz="24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-Learning-Anwendungen in eingebetteten Systemen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9F8C27A-0068-0F1B-76AC-D83DCEB3FAAB}"/>
              </a:ext>
            </a:extLst>
          </p:cNvPr>
          <p:cNvSpPr txBox="1"/>
          <p:nvPr/>
        </p:nvSpPr>
        <p:spPr>
          <a:xfrm>
            <a:off x="9753418" y="28699644"/>
            <a:ext cx="10009112" cy="909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de-DE" sz="24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Prof. Dr.-Ing. Mirco Fuchs (Computer Vision und Maschinelles Lernen)</a:t>
            </a:r>
          </a:p>
          <a:p>
            <a:pPr algn="r">
              <a:lnSpc>
                <a:spcPct val="114000"/>
              </a:lnSpc>
            </a:pPr>
            <a:r>
              <a:rPr lang="de-DE" sz="24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Prof. Dr.-Ing. Gerold Bausch (Eingebettete Systeme und Signalverarbeitung)</a:t>
            </a:r>
          </a:p>
        </p:txBody>
      </p:sp>
    </p:spTree>
    <p:extLst>
      <p:ext uri="{BB962C8B-B14F-4D97-AF65-F5344CB8AC3E}">
        <p14:creationId xmlns:p14="http://schemas.microsoft.com/office/powerpoint/2010/main" val="1295899091"/>
      </p:ext>
    </p:extLst>
  </p:cSld>
  <p:clrMapOvr>
    <a:masterClrMapping/>
  </p:clrMapOvr>
</p:sld>
</file>

<file path=ppt/theme/theme1.xml><?xml version="1.0" encoding="utf-8"?>
<a:theme xmlns:a="http://schemas.openxmlformats.org/drawingml/2006/main" name="HTWK_A3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HTWK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lakat_V01" id="{24D39333-43B7-418E-8ABA-5C16DBDDDE5B}" vid="{F722BCDE-56F1-409C-839E-A801E0B53482}"/>
    </a:ext>
  </a:extLst>
</a:theme>
</file>

<file path=ppt/theme/theme2.xml><?xml version="1.0" encoding="utf-8"?>
<a:theme xmlns:a="http://schemas.openxmlformats.org/drawingml/2006/main" name="HTWK_A4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HTWK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lakat_V01" id="{24D39333-43B7-418E-8ABA-5C16DBDDDE5B}" vid="{F722BCDE-56F1-409C-839E-A801E0B53482}"/>
    </a:ext>
  </a:extLst>
</a:theme>
</file>

<file path=ppt/theme/theme3.xml><?xml version="1.0" encoding="utf-8"?>
<a:theme xmlns:a="http://schemas.openxmlformats.org/drawingml/2006/main" name="HTWK_A2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HTWK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lakat_V01" id="{24D39333-43B7-418E-8ABA-5C16DBDDDE5B}" vid="{F722BCDE-56F1-409C-839E-A801E0B53482}"/>
    </a:ext>
  </a:extLst>
</a:theme>
</file>

<file path=ppt/theme/theme4.xml><?xml version="1.0" encoding="utf-8"?>
<a:theme xmlns:a="http://schemas.openxmlformats.org/drawingml/2006/main" name="HTWK_A1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HTWK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lakat_V01" id="{24D39333-43B7-418E-8ABA-5C16DBDDDE5B}" vid="{F722BCDE-56F1-409C-839E-A801E0B53482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HTWK</Template>
  <TotalTime>0</TotalTime>
  <Words>98</Words>
  <Application>Microsoft Macintosh PowerPoint</Application>
  <PresentationFormat>Benutzerdefiniert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1</vt:i4>
      </vt:variant>
    </vt:vector>
  </HeadingPairs>
  <TitlesOfParts>
    <vt:vector size="10" baseType="lpstr">
      <vt:lpstr>Arial</vt:lpstr>
      <vt:lpstr>Calibri</vt:lpstr>
      <vt:lpstr>Source Sans Pro</vt:lpstr>
      <vt:lpstr>Source Sans Pro Light</vt:lpstr>
      <vt:lpstr>Source Sans Pro Semibold</vt:lpstr>
      <vt:lpstr>HTWK_A3</vt:lpstr>
      <vt:lpstr>HTWK_A4</vt:lpstr>
      <vt:lpstr>HTWK_A2</vt:lpstr>
      <vt:lpstr>HTWK_A1</vt:lpstr>
      <vt:lpstr>Titel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ms410383</dc:creator>
  <cp:lastModifiedBy>Bausch, Gerold</cp:lastModifiedBy>
  <cp:revision>25</cp:revision>
  <cp:lastPrinted>2022-10-06T14:53:36Z</cp:lastPrinted>
  <dcterms:created xsi:type="dcterms:W3CDTF">2018-12-13T13:19:04Z</dcterms:created>
  <dcterms:modified xsi:type="dcterms:W3CDTF">2022-10-06T14:59:58Z</dcterms:modified>
</cp:coreProperties>
</file>