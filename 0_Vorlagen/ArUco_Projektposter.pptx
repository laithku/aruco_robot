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4" r:id="rId2"/>
    <p:sldMasterId id="2147483797" r:id="rId3"/>
    <p:sldMasterId id="2147483870" r:id="rId4"/>
  </p:sldMasterIdLst>
  <p:notesMasterIdLst>
    <p:notesMasterId r:id="rId6"/>
  </p:notesMasterIdLst>
  <p:handoutMasterIdLst>
    <p:handoutMasterId r:id="rId7"/>
  </p:handoutMasterIdLst>
  <p:sldIdLst>
    <p:sldId id="257" r:id="rId5"/>
  </p:sldIdLst>
  <p:sldSz cx="21383625" cy="30275213"/>
  <p:notesSz cx="6858000" cy="9144000"/>
  <p:defaultTextStyle>
    <a:defPPr>
      <a:defRPr lang="de-DE"/>
    </a:defPPr>
    <a:lvl1pPr marL="0" algn="l" defTabSz="2950887" rtl="0" eaLnBrk="1" latinLnBrk="0" hangingPunct="1">
      <a:defRPr sz="5799" kern="1200">
        <a:solidFill>
          <a:schemeClr val="tx1"/>
        </a:solidFill>
        <a:latin typeface="+mn-lt"/>
        <a:ea typeface="+mn-ea"/>
        <a:cs typeface="+mn-cs"/>
      </a:defRPr>
    </a:lvl1pPr>
    <a:lvl2pPr marL="1475446" algn="l" defTabSz="2950887" rtl="0" eaLnBrk="1" latinLnBrk="0" hangingPunct="1">
      <a:defRPr sz="5799" kern="1200">
        <a:solidFill>
          <a:schemeClr val="tx1"/>
        </a:solidFill>
        <a:latin typeface="+mn-lt"/>
        <a:ea typeface="+mn-ea"/>
        <a:cs typeface="+mn-cs"/>
      </a:defRPr>
    </a:lvl2pPr>
    <a:lvl3pPr marL="2950887" algn="l" defTabSz="2950887" rtl="0" eaLnBrk="1" latinLnBrk="0" hangingPunct="1">
      <a:defRPr sz="5799" kern="1200">
        <a:solidFill>
          <a:schemeClr val="tx1"/>
        </a:solidFill>
        <a:latin typeface="+mn-lt"/>
        <a:ea typeface="+mn-ea"/>
        <a:cs typeface="+mn-cs"/>
      </a:defRPr>
    </a:lvl3pPr>
    <a:lvl4pPr marL="4426332" algn="l" defTabSz="2950887" rtl="0" eaLnBrk="1" latinLnBrk="0" hangingPunct="1">
      <a:defRPr sz="5799" kern="1200">
        <a:solidFill>
          <a:schemeClr val="tx1"/>
        </a:solidFill>
        <a:latin typeface="+mn-lt"/>
        <a:ea typeface="+mn-ea"/>
        <a:cs typeface="+mn-cs"/>
      </a:defRPr>
    </a:lvl4pPr>
    <a:lvl5pPr marL="5901776" algn="l" defTabSz="2950887" rtl="0" eaLnBrk="1" latinLnBrk="0" hangingPunct="1">
      <a:defRPr sz="5799" kern="1200">
        <a:solidFill>
          <a:schemeClr val="tx1"/>
        </a:solidFill>
        <a:latin typeface="+mn-lt"/>
        <a:ea typeface="+mn-ea"/>
        <a:cs typeface="+mn-cs"/>
      </a:defRPr>
    </a:lvl5pPr>
    <a:lvl6pPr marL="7377222" algn="l" defTabSz="2950887" rtl="0" eaLnBrk="1" latinLnBrk="0" hangingPunct="1">
      <a:defRPr sz="5799" kern="1200">
        <a:solidFill>
          <a:schemeClr val="tx1"/>
        </a:solidFill>
        <a:latin typeface="+mn-lt"/>
        <a:ea typeface="+mn-ea"/>
        <a:cs typeface="+mn-cs"/>
      </a:defRPr>
    </a:lvl6pPr>
    <a:lvl7pPr marL="8852667" algn="l" defTabSz="2950887" rtl="0" eaLnBrk="1" latinLnBrk="0" hangingPunct="1">
      <a:defRPr sz="5799" kern="1200">
        <a:solidFill>
          <a:schemeClr val="tx1"/>
        </a:solidFill>
        <a:latin typeface="+mn-lt"/>
        <a:ea typeface="+mn-ea"/>
        <a:cs typeface="+mn-cs"/>
      </a:defRPr>
    </a:lvl7pPr>
    <a:lvl8pPr marL="10328109" algn="l" defTabSz="2950887" rtl="0" eaLnBrk="1" latinLnBrk="0" hangingPunct="1">
      <a:defRPr sz="5799" kern="1200">
        <a:solidFill>
          <a:schemeClr val="tx1"/>
        </a:solidFill>
        <a:latin typeface="+mn-lt"/>
        <a:ea typeface="+mn-ea"/>
        <a:cs typeface="+mn-cs"/>
      </a:defRPr>
    </a:lvl8pPr>
    <a:lvl9pPr marL="11803554" algn="l" defTabSz="2950887" rtl="0" eaLnBrk="1" latinLnBrk="0" hangingPunct="1">
      <a:defRPr sz="57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userDrawn="1">
          <p15:clr>
            <a:srgbClr val="A4A3A4"/>
          </p15:clr>
        </p15:guide>
        <p15:guide id="2" pos="6735" userDrawn="1">
          <p15:clr>
            <a:srgbClr val="A4A3A4"/>
          </p15:clr>
        </p15:guide>
        <p15:guide id="4" orient="horz" pos="1021" userDrawn="1">
          <p15:clr>
            <a:srgbClr val="A4A3A4"/>
          </p15:clr>
        </p15:guide>
        <p15:guide id="5" orient="horz" pos="18050" userDrawn="1">
          <p15:clr>
            <a:srgbClr val="A4A3A4"/>
          </p15:clr>
        </p15:guide>
        <p15:guide id="7" pos="1020" userDrawn="1">
          <p15:clr>
            <a:srgbClr val="A4A3A4"/>
          </p15:clr>
        </p15:guide>
        <p15:guide id="8" pos="12450" userDrawn="1">
          <p15:clr>
            <a:srgbClr val="A4A3A4"/>
          </p15:clr>
        </p15:guide>
        <p15:guide id="9" pos="2055" userDrawn="1">
          <p15:clr>
            <a:srgbClr val="A4A3A4"/>
          </p15:clr>
        </p15:guide>
        <p15:guide id="11" orient="horz" pos="5556" userDrawn="1">
          <p15:clr>
            <a:srgbClr val="A4A3A4"/>
          </p15:clr>
        </p15:guide>
        <p15:guide id="12" orient="horz" pos="13820" userDrawn="1">
          <p15:clr>
            <a:srgbClr val="A4A3A4"/>
          </p15:clr>
        </p15:guide>
        <p15:guide id="13" pos="2471" userDrawn="1">
          <p15:clr>
            <a:srgbClr val="A4A3A4"/>
          </p15:clr>
        </p15:guide>
        <p15:guide id="14" pos="3539" userDrawn="1">
          <p15:clr>
            <a:srgbClr val="A4A3A4"/>
          </p15:clr>
        </p15:guide>
        <p15:guide id="15" pos="3991" userDrawn="1">
          <p15:clr>
            <a:srgbClr val="A4A3A4"/>
          </p15:clr>
        </p15:guide>
        <p15:guide id="16" pos="5024" userDrawn="1">
          <p15:clr>
            <a:srgbClr val="A4A3A4"/>
          </p15:clr>
        </p15:guide>
        <p15:guide id="17" pos="5475" userDrawn="1">
          <p15:clr>
            <a:srgbClr val="A4A3A4"/>
          </p15:clr>
        </p15:guide>
        <p15:guide id="18" pos="6510" userDrawn="1">
          <p15:clr>
            <a:srgbClr val="A4A3A4"/>
          </p15:clr>
        </p15:guide>
        <p15:guide id="19" pos="6963" userDrawn="1">
          <p15:clr>
            <a:srgbClr val="A4A3A4"/>
          </p15:clr>
        </p15:guide>
        <p15:guide id="20" pos="7995" userDrawn="1">
          <p15:clr>
            <a:srgbClr val="A4A3A4"/>
          </p15:clr>
        </p15:guide>
        <p15:guide id="21" pos="8446" userDrawn="1">
          <p15:clr>
            <a:srgbClr val="A4A3A4"/>
          </p15:clr>
        </p15:guide>
        <p15:guide id="22" pos="9479" userDrawn="1">
          <p15:clr>
            <a:srgbClr val="A4A3A4"/>
          </p15:clr>
        </p15:guide>
        <p15:guide id="23" pos="9934" userDrawn="1">
          <p15:clr>
            <a:srgbClr val="A4A3A4"/>
          </p15:clr>
        </p15:guide>
        <p15:guide id="24" pos="10962" userDrawn="1">
          <p15:clr>
            <a:srgbClr val="A4A3A4"/>
          </p15:clr>
        </p15:guide>
        <p15:guide id="25" pos="114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99"/>
    <a:srgbClr val="009EE3"/>
    <a:srgbClr val="00964E"/>
    <a:srgbClr val="E53009"/>
    <a:srgbClr val="E50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5"/>
    <p:restoredTop sz="94737"/>
  </p:normalViewPr>
  <p:slideViewPr>
    <p:cSldViewPr showGuides="1">
      <p:cViewPr>
        <p:scale>
          <a:sx n="50" d="100"/>
          <a:sy n="50" d="100"/>
        </p:scale>
        <p:origin x="1464" y="-3156"/>
      </p:cViewPr>
      <p:guideLst>
        <p:guide orient="horz" pos="9536"/>
        <p:guide pos="6735"/>
        <p:guide orient="horz" pos="1021"/>
        <p:guide orient="horz" pos="18050"/>
        <p:guide pos="1020"/>
        <p:guide pos="12450"/>
        <p:guide pos="2055"/>
        <p:guide orient="horz" pos="5556"/>
        <p:guide orient="horz" pos="13820"/>
        <p:guide pos="2471"/>
        <p:guide pos="3539"/>
        <p:guide pos="3991"/>
        <p:guide pos="5024"/>
        <p:guide pos="5475"/>
        <p:guide pos="6510"/>
        <p:guide pos="6963"/>
        <p:guide pos="7995"/>
        <p:guide pos="8446"/>
        <p:guide pos="9479"/>
        <p:guide pos="9934"/>
        <p:guide pos="10962"/>
        <p:guide pos="11415"/>
      </p:guideLst>
    </p:cSldViewPr>
  </p:slideViewPr>
  <p:notesTextViewPr>
    <p:cViewPr>
      <p:scale>
        <a:sx n="1" d="1"/>
        <a:sy n="1" d="1"/>
      </p:scale>
      <p:origin x="0" y="0"/>
    </p:cViewPr>
  </p:notesTextViewPr>
  <p:notesViewPr>
    <p:cSldViewPr showGuides="1">
      <p:cViewPr varScale="1">
        <p:scale>
          <a:sx n="64" d="100"/>
          <a:sy n="64" d="100"/>
        </p:scale>
        <p:origin x="-28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A779C4D-4791-4D59-8DC6-E8AFFE904828}" type="datetimeFigureOut">
              <a:rPr lang="de-DE" smtClean="0"/>
              <a:t>13.09.2026</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ECEF44-CAAA-4BD8-BB4A-3FBF15456DC2}" type="slidenum">
              <a:rPr lang="de-DE" smtClean="0"/>
              <a:t>‹Nr.›</a:t>
            </a:fld>
            <a:endParaRPr lang="de-DE"/>
          </a:p>
        </p:txBody>
      </p:sp>
    </p:spTree>
    <p:extLst>
      <p:ext uri="{BB962C8B-B14F-4D97-AF65-F5344CB8AC3E}">
        <p14:creationId xmlns:p14="http://schemas.microsoft.com/office/powerpoint/2010/main" val="1485278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8CEE-EA98-4BE2-B5DF-BF93C5D16FF5}" type="datetimeFigureOut">
              <a:rPr lang="de-DE" smtClean="0"/>
              <a:t>13.09.2026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623C6D-1132-49D9-8AA2-BA270449FE81}" type="slidenum">
              <a:rPr lang="de-DE" smtClean="0"/>
              <a:t>‹Nr.›</a:t>
            </a:fld>
            <a:endParaRPr lang="de-DE"/>
          </a:p>
        </p:txBody>
      </p:sp>
    </p:spTree>
    <p:extLst>
      <p:ext uri="{BB962C8B-B14F-4D97-AF65-F5344CB8AC3E}">
        <p14:creationId xmlns:p14="http://schemas.microsoft.com/office/powerpoint/2010/main" val="751977303"/>
      </p:ext>
    </p:extLst>
  </p:cSld>
  <p:clrMap bg1="lt1" tx1="dk1" bg2="lt2" tx2="dk2" accent1="accent1" accent2="accent2" accent3="accent3" accent4="accent4" accent5="accent5" accent6="accent6" hlink="hlink" folHlink="folHlink"/>
  <p:notesStyle>
    <a:lvl1pPr marL="0" algn="l" defTabSz="913954" rtl="0" eaLnBrk="1" latinLnBrk="0" hangingPunct="1">
      <a:defRPr sz="1199" kern="1200">
        <a:solidFill>
          <a:schemeClr val="tx1"/>
        </a:solidFill>
        <a:latin typeface="+mn-lt"/>
        <a:ea typeface="+mn-ea"/>
        <a:cs typeface="+mn-cs"/>
      </a:defRPr>
    </a:lvl1pPr>
    <a:lvl2pPr marL="456978" algn="l" defTabSz="913954" rtl="0" eaLnBrk="1" latinLnBrk="0" hangingPunct="1">
      <a:defRPr sz="1199" kern="1200">
        <a:solidFill>
          <a:schemeClr val="tx1"/>
        </a:solidFill>
        <a:latin typeface="+mn-lt"/>
        <a:ea typeface="+mn-ea"/>
        <a:cs typeface="+mn-cs"/>
      </a:defRPr>
    </a:lvl2pPr>
    <a:lvl3pPr marL="913954" algn="l" defTabSz="913954" rtl="0" eaLnBrk="1" latinLnBrk="0" hangingPunct="1">
      <a:defRPr sz="1199" kern="1200">
        <a:solidFill>
          <a:schemeClr val="tx1"/>
        </a:solidFill>
        <a:latin typeface="+mn-lt"/>
        <a:ea typeface="+mn-ea"/>
        <a:cs typeface="+mn-cs"/>
      </a:defRPr>
    </a:lvl3pPr>
    <a:lvl4pPr marL="1370932" algn="l" defTabSz="913954" rtl="0" eaLnBrk="1" latinLnBrk="0" hangingPunct="1">
      <a:defRPr sz="1199" kern="1200">
        <a:solidFill>
          <a:schemeClr val="tx1"/>
        </a:solidFill>
        <a:latin typeface="+mn-lt"/>
        <a:ea typeface="+mn-ea"/>
        <a:cs typeface="+mn-cs"/>
      </a:defRPr>
    </a:lvl4pPr>
    <a:lvl5pPr marL="1827912" algn="l" defTabSz="913954" rtl="0" eaLnBrk="1" latinLnBrk="0" hangingPunct="1">
      <a:defRPr sz="1199" kern="1200">
        <a:solidFill>
          <a:schemeClr val="tx1"/>
        </a:solidFill>
        <a:latin typeface="+mn-lt"/>
        <a:ea typeface="+mn-ea"/>
        <a:cs typeface="+mn-cs"/>
      </a:defRPr>
    </a:lvl5pPr>
    <a:lvl6pPr marL="2284890" algn="l" defTabSz="913954" rtl="0" eaLnBrk="1" latinLnBrk="0" hangingPunct="1">
      <a:defRPr sz="1199" kern="1200">
        <a:solidFill>
          <a:schemeClr val="tx1"/>
        </a:solidFill>
        <a:latin typeface="+mn-lt"/>
        <a:ea typeface="+mn-ea"/>
        <a:cs typeface="+mn-cs"/>
      </a:defRPr>
    </a:lvl6pPr>
    <a:lvl7pPr marL="2741865" algn="l" defTabSz="913954" rtl="0" eaLnBrk="1" latinLnBrk="0" hangingPunct="1">
      <a:defRPr sz="1199" kern="1200">
        <a:solidFill>
          <a:schemeClr val="tx1"/>
        </a:solidFill>
        <a:latin typeface="+mn-lt"/>
        <a:ea typeface="+mn-ea"/>
        <a:cs typeface="+mn-cs"/>
      </a:defRPr>
    </a:lvl7pPr>
    <a:lvl8pPr marL="3198846" algn="l" defTabSz="913954" rtl="0" eaLnBrk="1" latinLnBrk="0" hangingPunct="1">
      <a:defRPr sz="1199" kern="1200">
        <a:solidFill>
          <a:schemeClr val="tx1"/>
        </a:solidFill>
        <a:latin typeface="+mn-lt"/>
        <a:ea typeface="+mn-ea"/>
        <a:cs typeface="+mn-cs"/>
      </a:defRPr>
    </a:lvl8pPr>
    <a:lvl9pPr marL="3655822" algn="l" defTabSz="913954" rtl="0" eaLnBrk="1" latinLnBrk="0" hangingPunct="1">
      <a:defRPr sz="119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TWK, ohne Fakultät, Text – gelb">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9975"/>
          <a:stretch/>
        </p:blipFill>
        <p:spPr>
          <a:xfrm>
            <a:off x="1619253" y="28387078"/>
            <a:ext cx="4578306" cy="1221082"/>
          </a:xfrm>
          <a:prstGeom prst="rect">
            <a:avLst/>
          </a:prstGeom>
        </p:spPr>
      </p:pic>
    </p:spTree>
    <p:extLst>
      <p:ext uri="{BB962C8B-B14F-4D97-AF65-F5344CB8AC3E}">
        <p14:creationId xmlns:p14="http://schemas.microsoft.com/office/powerpoint/2010/main" val="149661660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TWK, ohne Fakultät, Bild – gelb">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chemeClr val="accent1"/>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chemeClr val="accent1"/>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4053913872"/>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TWK, ohne Fakultät, Text – magenta">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1549"/>
          <a:stretch/>
        </p:blipFill>
        <p:spPr>
          <a:xfrm>
            <a:off x="1577003" y="27539609"/>
            <a:ext cx="4434290" cy="1221082"/>
          </a:xfrm>
          <a:prstGeom prst="rect">
            <a:avLst/>
          </a:prstGeom>
        </p:spPr>
      </p:pic>
    </p:spTree>
    <p:extLst>
      <p:ext uri="{BB962C8B-B14F-4D97-AF65-F5344CB8AC3E}">
        <p14:creationId xmlns:p14="http://schemas.microsoft.com/office/powerpoint/2010/main" val="1645596125"/>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TWK, ohne Fakultät, Foto – magenta">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007D"/>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007D"/>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332772725"/>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TWK, ohne Fakultät, Text – rot">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736399642"/>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TWK, ohne Fakultät, Foto – ro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300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300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224826741"/>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TWK, ohne Fakultät, Text – grü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356626102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TWK, ohne Fakultät, Foto – grü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64E"/>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64E"/>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979191298"/>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TWK, ohne Fakultät, Text – cya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4103041707"/>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TWK, ohne Fakultät, Foto – cya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EE3"/>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EE3"/>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457966928"/>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TWK, ohne Fakultät, Text – blau">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2585976883"/>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TWK, ohne Fakultät, Foto – blau">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469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469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4231804314"/>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TWK, ohne Fakultät, Text – gelb">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792942251"/>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TWK, ohne Fakultät, Bild – gelb">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chemeClr val="accent1"/>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chemeClr val="accent1"/>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565076160"/>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TWK, ohne Fakultät, Text – magenta">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619435288"/>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TWK, ohne Fakultät, Foto – magenta">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007D"/>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007D"/>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66930497"/>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TWK, ohne Fakultät, Text – rot">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2654912598"/>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TWK, ohne Fakultät, Foto – ro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300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300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457513792"/>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TWK, ohne Fakultät, Text – grü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790676147"/>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TWK, ohne Fakultät, Foto – grü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64E"/>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64E"/>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488311540"/>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TWK, ohne Fakultät, Text – cya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388449566"/>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TWK, ohne Fakultät, Foto – cya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EE3"/>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EE3"/>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696315245"/>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TWK, ohne Fakultät, Text – blau">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609708680"/>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TWK, ohne Fakultät, Foto – blau">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469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469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75570836"/>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TWK, ohne Fakultät, Text – gelb">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4185269822"/>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TWK, ohne Fakultät, Bild – gelb">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chemeClr val="accent1"/>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chemeClr val="accent1"/>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990870402"/>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TWK, ohne Fakultät, Text – magenta">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74381363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TWK, ohne Fakultät, Foto – magenta">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007D"/>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007D"/>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001725877"/>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TWK, ohne Fakultät, Text – rot">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2446448227"/>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TWK, ohne Fakultät, Foto – ro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300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300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4129695235"/>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TWK, ohne Fakultät, Text – grü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90982952"/>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TWK, ohne Fakultät, Foto – grü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64E"/>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64E"/>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732589456"/>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TWK, ohne Fakultät, Text – cya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2871487861"/>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TWK, ohne Fakultät, Foto – cya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EE3"/>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EE3"/>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535568108"/>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TWK, ohne Fakultät, Text – blau">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587194611"/>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TWK, ohne Fakultät, Foto – blau">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469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469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43832060"/>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TWK, ohne Fakultät, Text – gelb">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dirty="0"/>
              <a:t>Mastertitelformat bearbeiten</a:t>
            </a:r>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912106879"/>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TWK, ohne Fakultät, Bild – gelb">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chemeClr val="accent1"/>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chemeClr val="accent1"/>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967385004"/>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TWK, ohne Fakultät, Text – magenta">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007D"/>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179558390"/>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TWK, ohne Fakultät, Foto – magenta">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007D"/>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007D"/>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219129375"/>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HTWK, ohne Fakultät, Text – rot">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E5300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46658467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TWK, ohne Fakultät, Foto – ro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E5300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E5300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2770319047"/>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HTWK, ohne Fakultät, Text – grü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64E"/>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182094301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TWK, ohne Fakultät, Foto – grü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64E"/>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64E"/>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4012652708"/>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TWK, ohne Fakultät, Text – cyan">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9EE3"/>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3630722674"/>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TWK, ohne Fakultät, Foto – cya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9EE3"/>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9EE3"/>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1279128947"/>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TWK, ohne Fakultät, Text – blau">
    <p:spTree>
      <p:nvGrpSpPr>
        <p:cNvPr id="1" name=""/>
        <p:cNvGrpSpPr/>
        <p:nvPr/>
      </p:nvGrpSpPr>
      <p:grpSpPr>
        <a:xfrm>
          <a:off x="0" y="0"/>
          <a:ext cx="0" cy="0"/>
          <a:chOff x="0" y="0"/>
          <a:chExt cx="0" cy="0"/>
        </a:xfrm>
      </p:grpSpPr>
      <p:sp>
        <p:nvSpPr>
          <p:cNvPr id="2" name="Titel 1"/>
          <p:cNvSpPr>
            <a:spLocks noGrp="1"/>
          </p:cNvSpPr>
          <p:nvPr>
            <p:ph type="title"/>
          </p:nvPr>
        </p:nvSpPr>
        <p:spPr>
          <a:xfrm>
            <a:off x="3800478" y="2143935"/>
            <a:ext cx="14327188" cy="4642206"/>
          </a:xfrm>
        </p:spPr>
        <p:txBody>
          <a:bodyPr/>
          <a:lstStyle>
            <a:lvl1pPr algn="l">
              <a:lnSpc>
                <a:spcPct val="90000"/>
              </a:lnSpc>
              <a:defRPr/>
            </a:lvl1pPr>
          </a:lstStyle>
          <a:p>
            <a:r>
              <a:rPr lang="de-DE"/>
              <a:t>Mastertitelformat bearbeiten</a:t>
            </a:r>
            <a:endParaRPr lang="de-DE" dirty="0"/>
          </a:p>
        </p:txBody>
      </p:sp>
      <p:sp>
        <p:nvSpPr>
          <p:cNvPr id="7" name="Rechteck 6">
            <a:extLst>
              <a:ext uri="{FF2B5EF4-FFF2-40B4-BE49-F238E27FC236}">
                <a16:creationId xmlns:a16="http://schemas.microsoft.com/office/drawing/2014/main" id="{07F0DB58-B237-404C-9D96-174DF0886921}"/>
              </a:ext>
            </a:extLst>
          </p:cNvPr>
          <p:cNvSpPr/>
          <p:nvPr userDrawn="1"/>
        </p:nvSpPr>
        <p:spPr>
          <a:xfrm>
            <a:off x="769653"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8" name="Rechteck 7">
            <a:extLst>
              <a:ext uri="{FF2B5EF4-FFF2-40B4-BE49-F238E27FC236}">
                <a16:creationId xmlns:a16="http://schemas.microsoft.com/office/drawing/2014/main" id="{4305B4A1-883F-4162-A1F1-E03CCAE02B54}"/>
              </a:ext>
            </a:extLst>
          </p:cNvPr>
          <p:cNvSpPr/>
          <p:nvPr userDrawn="1"/>
        </p:nvSpPr>
        <p:spPr>
          <a:xfrm>
            <a:off x="18914778" y="1620005"/>
            <a:ext cx="1699200" cy="5598001"/>
          </a:xfrm>
          <a:prstGeom prst="rect">
            <a:avLst/>
          </a:prstGeom>
          <a:solidFill>
            <a:srgbClr val="004699"/>
          </a:solidFill>
          <a:ln>
            <a:noFill/>
          </a:ln>
        </p:spPr>
        <p:style>
          <a:lnRef idx="2">
            <a:schemeClr val="accent1">
              <a:shade val="50000"/>
            </a:schemeClr>
          </a:lnRef>
          <a:fillRef idx="1">
            <a:schemeClr val="accent1"/>
          </a:fillRef>
          <a:effectRef idx="0">
            <a:schemeClr val="accent1"/>
          </a:effectRef>
          <a:fontRef idx="minor">
            <a:schemeClr val="lt1"/>
          </a:fontRef>
        </p:style>
        <p:txBody>
          <a:bodyPr lIns="84312" tIns="42157" rIns="84312" bIns="42157" rtlCol="0" anchor="ctr"/>
          <a:lstStyle/>
          <a:p>
            <a:pPr algn="ctr"/>
            <a:endParaRPr lang="de-DE" sz="2317" dirty="0"/>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3" y="8818565"/>
            <a:ext cx="8713786" cy="10980000"/>
          </a:xfrm>
        </p:spPr>
        <p:txBody>
          <a:bodyPr anchor="ctr" anchorCtr="0"/>
          <a:lstStyle>
            <a:lvl1pPr algn="ctr">
              <a:defRPr sz="2766"/>
            </a:lvl1pPr>
          </a:lstStyle>
          <a:p>
            <a:r>
              <a:rPr lang="de-DE" dirty="0"/>
              <a:t>Bild durch Klicken auf das Symbol hinzufügen. </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1621096" y="20406639"/>
            <a:ext cx="8713786" cy="4701334"/>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sp>
        <p:nvSpPr>
          <p:cNvPr id="12" name="Textplatzhalter 12">
            <a:extLst>
              <a:ext uri="{FF2B5EF4-FFF2-40B4-BE49-F238E27FC236}">
                <a16:creationId xmlns:a16="http://schemas.microsoft.com/office/drawing/2014/main" id="{42B69A25-D9CE-43B6-86F3-AE03F882DD57}"/>
              </a:ext>
            </a:extLst>
          </p:cNvPr>
          <p:cNvSpPr>
            <a:spLocks noGrp="1"/>
          </p:cNvSpPr>
          <p:nvPr>
            <p:ph type="body" sz="quarter" idx="15"/>
          </p:nvPr>
        </p:nvSpPr>
        <p:spPr>
          <a:xfrm>
            <a:off x="11052122" y="8669939"/>
            <a:ext cx="8713786" cy="16411345"/>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4" name="Grafik 3">
            <a:extLst>
              <a:ext uri="{FF2B5EF4-FFF2-40B4-BE49-F238E27FC236}">
                <a16:creationId xmlns:a16="http://schemas.microsoft.com/office/drawing/2014/main" id="{2541181F-53CD-4199-B1D2-7AA6B0828D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002" y="27539609"/>
            <a:ext cx="9152151" cy="1221082"/>
          </a:xfrm>
          <a:prstGeom prst="rect">
            <a:avLst/>
          </a:prstGeom>
        </p:spPr>
      </p:pic>
    </p:spTree>
    <p:extLst>
      <p:ext uri="{BB962C8B-B14F-4D97-AF65-F5344CB8AC3E}">
        <p14:creationId xmlns:p14="http://schemas.microsoft.com/office/powerpoint/2010/main" val="3995936646"/>
      </p:ext>
    </p:extLst>
  </p:cSld>
  <p:clrMapOvr>
    <a:masterClrMapping/>
  </p:clrMapOvr>
  <p:extLst>
    <p:ext uri="{DCECCB84-F9BA-43D5-87BE-67443E8EF086}">
      <p15:sldGuideLst xmlns:p15="http://schemas.microsoft.com/office/powerpoint/2012/main">
        <p15:guide id="2" orient="horz" pos="5556" userDrawn="1">
          <p15:clr>
            <a:srgbClr val="FBAE40"/>
          </p15:clr>
        </p15:guide>
        <p15:guide id="3" orient="horz" pos="1348" userDrawn="1">
          <p15:clr>
            <a:srgbClr val="FBAE40"/>
          </p15:clr>
        </p15:guide>
        <p15:guide id="4" pos="2392" userDrawn="1">
          <p15:clr>
            <a:srgbClr val="FBAE40"/>
          </p15:clr>
        </p15:guide>
        <p15:guide id="5" orient="horz" pos="12846" userDrawn="1">
          <p15:clr>
            <a:srgbClr val="FBAE40"/>
          </p15:clr>
        </p15:guide>
        <p15:guide id="6" orient="horz" pos="15795" userDrawn="1">
          <p15:clr>
            <a:srgbClr val="FBAE40"/>
          </p15:clr>
        </p15:guide>
        <p15:guide id="7" orient="horz" pos="5465"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TWK, ohne Fakultät, Foto – blau">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548149" y="21508992"/>
            <a:ext cx="11214878" cy="3484327"/>
          </a:xfrm>
        </p:spPr>
        <p:txBody>
          <a:bodyPr/>
          <a:lstStyle>
            <a:lvl1pPr algn="l">
              <a:lnSpc>
                <a:spcPct val="100000"/>
              </a:lnSpc>
              <a:defRPr sz="11156"/>
            </a:lvl1pPr>
          </a:lstStyle>
          <a:p>
            <a:r>
              <a:rPr lang="de-DE" dirty="0"/>
              <a:t>Titel hinzufügen</a:t>
            </a:r>
          </a:p>
        </p:txBody>
      </p:sp>
      <p:sp>
        <p:nvSpPr>
          <p:cNvPr id="11" name="Bildplatzhalter 10">
            <a:extLst>
              <a:ext uri="{FF2B5EF4-FFF2-40B4-BE49-F238E27FC236}">
                <a16:creationId xmlns:a16="http://schemas.microsoft.com/office/drawing/2014/main" id="{A1391A77-18DE-4F2C-9112-C23000799E10}"/>
              </a:ext>
            </a:extLst>
          </p:cNvPr>
          <p:cNvSpPr>
            <a:spLocks noGrp="1"/>
          </p:cNvSpPr>
          <p:nvPr>
            <p:ph type="pic" sz="quarter" idx="13" hasCustomPrompt="1"/>
          </p:nvPr>
        </p:nvSpPr>
        <p:spPr>
          <a:xfrm>
            <a:off x="1619252" y="4824002"/>
            <a:ext cx="18143999" cy="16056001"/>
          </a:xfrm>
        </p:spPr>
        <p:txBody>
          <a:bodyPr anchor="ctr" anchorCtr="0"/>
          <a:lstStyle>
            <a:lvl1pPr algn="ctr">
              <a:defRPr sz="2766" baseline="0"/>
            </a:lvl1pPr>
          </a:lstStyle>
          <a:p>
            <a:r>
              <a:rPr lang="de-DE" dirty="0"/>
              <a:t>Bild durch Klicken auf das Symbol hinzufügen.  </a:t>
            </a:r>
            <a:br>
              <a:rPr lang="de-DE" dirty="0"/>
            </a:br>
            <a:r>
              <a:rPr lang="de-DE" dirty="0"/>
              <a:t>Nach Einfügen des Bildes ggf. die Tapes wieder in den Vordergrund bringen.</a:t>
            </a:r>
          </a:p>
        </p:txBody>
      </p:sp>
      <p:sp>
        <p:nvSpPr>
          <p:cNvPr id="13" name="Textplatzhalter 12">
            <a:extLst>
              <a:ext uri="{FF2B5EF4-FFF2-40B4-BE49-F238E27FC236}">
                <a16:creationId xmlns:a16="http://schemas.microsoft.com/office/drawing/2014/main" id="{DF4398A2-1D4B-4BB9-A768-E835998FDAB1}"/>
              </a:ext>
            </a:extLst>
          </p:cNvPr>
          <p:cNvSpPr>
            <a:spLocks noGrp="1"/>
          </p:cNvSpPr>
          <p:nvPr>
            <p:ph type="body" sz="quarter" idx="14"/>
          </p:nvPr>
        </p:nvSpPr>
        <p:spPr>
          <a:xfrm>
            <a:off x="8693153" y="25795802"/>
            <a:ext cx="11070098" cy="2874451"/>
          </a:xfrm>
        </p:spPr>
        <p:txBody>
          <a:bodyPr/>
          <a:lstStyle>
            <a:lvl1pPr>
              <a:lnSpc>
                <a:spcPct val="105000"/>
              </a:lnSpc>
              <a:defRPr/>
            </a:lvl1pPr>
            <a:lvl2pPr>
              <a:lnSpc>
                <a:spcPct val="105000"/>
              </a:lnSpc>
              <a:spcAft>
                <a:spcPts val="0"/>
              </a:spcAft>
              <a:defRPr/>
            </a:lvl2pPr>
          </a:lstStyle>
          <a:p>
            <a:pPr lvl="0"/>
            <a:r>
              <a:rPr lang="de-DE"/>
              <a:t>Mastertextformat bearbeiten
Zweite Ebene
Dritte Ebene
Vierte Ebene
Fünfte Ebene</a:t>
            </a:r>
            <a:endParaRPr lang="de-DE" dirty="0"/>
          </a:p>
        </p:txBody>
      </p:sp>
      <p:pic>
        <p:nvPicPr>
          <p:cNvPr id="9" name="Grafik 8">
            <a:extLst>
              <a:ext uri="{FF2B5EF4-FFF2-40B4-BE49-F238E27FC236}">
                <a16:creationId xmlns:a16="http://schemas.microsoft.com/office/drawing/2014/main" id="{B8C63932-A0CB-4001-BDA0-D918DD058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1013" y="1574342"/>
            <a:ext cx="9152151" cy="1221082"/>
          </a:xfrm>
          <a:prstGeom prst="rect">
            <a:avLst/>
          </a:prstGeom>
        </p:spPr>
      </p:pic>
      <p:sp>
        <p:nvSpPr>
          <p:cNvPr id="4" name="Textplatzhalter 3">
            <a:extLst>
              <a:ext uri="{FF2B5EF4-FFF2-40B4-BE49-F238E27FC236}">
                <a16:creationId xmlns:a16="http://schemas.microsoft.com/office/drawing/2014/main" id="{43F01712-2D53-46CD-A631-D2500FA0EF7A}"/>
              </a:ext>
            </a:extLst>
          </p:cNvPr>
          <p:cNvSpPr>
            <a:spLocks noGrp="1"/>
          </p:cNvSpPr>
          <p:nvPr>
            <p:ph type="body" sz="quarter" idx="15" hasCustomPrompt="1"/>
          </p:nvPr>
        </p:nvSpPr>
        <p:spPr>
          <a:xfrm>
            <a:off x="957604" y="8351842"/>
            <a:ext cx="1979999" cy="8999539"/>
          </a:xfrm>
          <a:solidFill>
            <a:srgbClr val="004699"/>
          </a:solidFill>
        </p:spPr>
        <p:txBody>
          <a:bodyPr/>
          <a:lstStyle>
            <a:lvl1pPr>
              <a:defRPr sz="305">
                <a:solidFill>
                  <a:schemeClr val="accent1"/>
                </a:solidFill>
              </a:defRPr>
            </a:lvl1pPr>
          </a:lstStyle>
          <a:p>
            <a:pPr lvl="0"/>
            <a:r>
              <a:rPr lang="en-US" dirty="0"/>
              <a:t>.</a:t>
            </a:r>
            <a:endParaRPr lang="de-DE" dirty="0"/>
          </a:p>
        </p:txBody>
      </p:sp>
      <p:sp>
        <p:nvSpPr>
          <p:cNvPr id="10" name="Textplatzhalter 3">
            <a:extLst>
              <a:ext uri="{FF2B5EF4-FFF2-40B4-BE49-F238E27FC236}">
                <a16:creationId xmlns:a16="http://schemas.microsoft.com/office/drawing/2014/main" id="{101DC80F-1C7E-45E3-8D05-F05106688F73}"/>
              </a:ext>
            </a:extLst>
          </p:cNvPr>
          <p:cNvSpPr>
            <a:spLocks noGrp="1"/>
          </p:cNvSpPr>
          <p:nvPr>
            <p:ph type="body" sz="quarter" idx="16" hasCustomPrompt="1"/>
          </p:nvPr>
        </p:nvSpPr>
        <p:spPr>
          <a:xfrm>
            <a:off x="18446403" y="8352001"/>
            <a:ext cx="1979999" cy="8999539"/>
          </a:xfrm>
          <a:solidFill>
            <a:srgbClr val="004699"/>
          </a:solidFill>
        </p:spPr>
        <p:txBody>
          <a:bodyPr/>
          <a:lstStyle>
            <a:lvl1pPr algn="l">
              <a:defRPr sz="305">
                <a:solidFill>
                  <a:schemeClr val="accent1"/>
                </a:solidFill>
              </a:defRPr>
            </a:lvl1pPr>
          </a:lstStyle>
          <a:p>
            <a:pPr lvl="0"/>
            <a:r>
              <a:rPr lang="de-DE" dirty="0"/>
              <a:t>1</a:t>
            </a:r>
          </a:p>
        </p:txBody>
      </p:sp>
    </p:spTree>
    <p:extLst>
      <p:ext uri="{BB962C8B-B14F-4D97-AF65-F5344CB8AC3E}">
        <p14:creationId xmlns:p14="http://schemas.microsoft.com/office/powerpoint/2010/main" val="3016005276"/>
      </p:ext>
    </p:extLst>
  </p:cSld>
  <p:clrMapOvr>
    <a:masterClrMapping/>
  </p:clrMapOvr>
  <p:extLst>
    <p:ext uri="{DCECCB84-F9BA-43D5-87BE-67443E8EF086}">
      <p15:sldGuideLst xmlns:p15="http://schemas.microsoft.com/office/powerpoint/2012/main">
        <p15:guide id="1" orient="horz" pos="3038" userDrawn="1">
          <p15:clr>
            <a:srgbClr val="FBAE40"/>
          </p15:clr>
        </p15:guide>
        <p15:guide id="6" orient="horz" pos="13817" userDrawn="1">
          <p15:clr>
            <a:srgbClr val="FBAE40"/>
          </p15:clr>
        </p15:guide>
        <p15:guide id="7" orient="horz" pos="16338" userDrawn="1">
          <p15:clr>
            <a:srgbClr val="FBAE40"/>
          </p15:clr>
        </p15:guide>
        <p15:guide id="8" pos="53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614991" y="1616079"/>
            <a:ext cx="10152062" cy="4642206"/>
          </a:xfrm>
          <a:prstGeom prst="rect">
            <a:avLst/>
          </a:prstGeom>
        </p:spPr>
        <p:txBody>
          <a:bodyPr vert="horz" lIns="0" tIns="0" rIns="0" bIns="0" rtlCol="0" anchor="t" anchorCtr="0">
            <a:noAutofit/>
          </a:bodyPr>
          <a:lstStyle/>
          <a:p>
            <a:r>
              <a:rPr lang="de-DE" dirty="0"/>
              <a:t>Titelmaster</a:t>
            </a:r>
          </a:p>
        </p:txBody>
      </p:sp>
      <p:sp>
        <p:nvSpPr>
          <p:cNvPr id="3" name="Textplatzhalter 2"/>
          <p:cNvSpPr>
            <a:spLocks noGrp="1"/>
          </p:cNvSpPr>
          <p:nvPr>
            <p:ph type="body" idx="1"/>
          </p:nvPr>
        </p:nvSpPr>
        <p:spPr>
          <a:xfrm>
            <a:off x="1619254" y="7064223"/>
            <a:ext cx="18146712" cy="19980241"/>
          </a:xfrm>
          <a:prstGeom prst="rect">
            <a:avLst/>
          </a:prstGeom>
        </p:spPr>
        <p:txBody>
          <a:bodyPr vert="horz" lIns="0" tIns="0" rIns="0" bIns="0" numCol="1" spcCol="720072"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592488350"/>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lvl1pPr algn="ctr" defTabSz="2721885" rtl="0" eaLnBrk="1" latinLnBrk="0" hangingPunct="1">
        <a:lnSpc>
          <a:spcPct val="90000"/>
        </a:lnSpc>
        <a:spcBef>
          <a:spcPct val="0"/>
        </a:spcBef>
        <a:buNone/>
        <a:defRPr sz="13644" kern="1200">
          <a:solidFill>
            <a:schemeClr val="tx1"/>
          </a:solidFill>
          <a:latin typeface="Source Sans Pro Light" panose="020B0403030403020204" pitchFamily="34" charset="0"/>
          <a:ea typeface="+mj-ea"/>
          <a:cs typeface="+mj-cs"/>
        </a:defRPr>
      </a:lvl1pPr>
    </p:titleStyle>
    <p:bodyStyle>
      <a:lvl1pPr marL="0" indent="0" algn="l" defTabSz="2721885" rtl="0" eaLnBrk="1" latinLnBrk="0" hangingPunct="1">
        <a:lnSpc>
          <a:spcPct val="105000"/>
        </a:lnSpc>
        <a:spcBef>
          <a:spcPts val="0"/>
        </a:spcBef>
        <a:buFont typeface="Arial" panose="020B0604020202020204" pitchFamily="34" charset="0"/>
        <a:buNone/>
        <a:defRPr sz="3688" kern="1200">
          <a:solidFill>
            <a:schemeClr val="tx1"/>
          </a:solidFill>
          <a:latin typeface="Source Sans Pro Semibold" panose="020B0603030403020204" pitchFamily="34" charset="0"/>
          <a:ea typeface="+mn-ea"/>
          <a:cs typeface="+mn-cs"/>
        </a:defRPr>
      </a:lvl1pPr>
      <a:lvl2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2pPr>
      <a:lvl3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3pPr>
      <a:lvl4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4pPr>
      <a:lvl5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5pPr>
      <a:lvl6pPr marL="7485186"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6pPr>
      <a:lvl7pPr marL="884613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7pPr>
      <a:lvl8pPr marL="1020707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8pPr>
      <a:lvl9pPr marL="11568017"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9pPr>
    </p:bodyStyle>
    <p:otherStyle>
      <a:defPPr>
        <a:defRPr lang="de-DE"/>
      </a:defPPr>
      <a:lvl1pPr marL="0" algn="l" defTabSz="2721885" rtl="0" eaLnBrk="1" latinLnBrk="0" hangingPunct="1">
        <a:defRPr sz="5346" kern="1200">
          <a:solidFill>
            <a:schemeClr val="tx1"/>
          </a:solidFill>
          <a:latin typeface="+mn-lt"/>
          <a:ea typeface="+mn-ea"/>
          <a:cs typeface="+mn-cs"/>
        </a:defRPr>
      </a:lvl1pPr>
      <a:lvl2pPr marL="1360943" algn="l" defTabSz="2721885" rtl="0" eaLnBrk="1" latinLnBrk="0" hangingPunct="1">
        <a:defRPr sz="5346" kern="1200">
          <a:solidFill>
            <a:schemeClr val="tx1"/>
          </a:solidFill>
          <a:latin typeface="+mn-lt"/>
          <a:ea typeface="+mn-ea"/>
          <a:cs typeface="+mn-cs"/>
        </a:defRPr>
      </a:lvl2pPr>
      <a:lvl3pPr marL="2721885" algn="l" defTabSz="2721885" rtl="0" eaLnBrk="1" latinLnBrk="0" hangingPunct="1">
        <a:defRPr sz="5346" kern="1200">
          <a:solidFill>
            <a:schemeClr val="tx1"/>
          </a:solidFill>
          <a:latin typeface="+mn-lt"/>
          <a:ea typeface="+mn-ea"/>
          <a:cs typeface="+mn-cs"/>
        </a:defRPr>
      </a:lvl3pPr>
      <a:lvl4pPr marL="4082828" algn="l" defTabSz="2721885" rtl="0" eaLnBrk="1" latinLnBrk="0" hangingPunct="1">
        <a:defRPr sz="5346" kern="1200">
          <a:solidFill>
            <a:schemeClr val="tx1"/>
          </a:solidFill>
          <a:latin typeface="+mn-lt"/>
          <a:ea typeface="+mn-ea"/>
          <a:cs typeface="+mn-cs"/>
        </a:defRPr>
      </a:lvl4pPr>
      <a:lvl5pPr marL="5443774" algn="l" defTabSz="2721885" rtl="0" eaLnBrk="1" latinLnBrk="0" hangingPunct="1">
        <a:defRPr sz="5346" kern="1200">
          <a:solidFill>
            <a:schemeClr val="tx1"/>
          </a:solidFill>
          <a:latin typeface="+mn-lt"/>
          <a:ea typeface="+mn-ea"/>
          <a:cs typeface="+mn-cs"/>
        </a:defRPr>
      </a:lvl5pPr>
      <a:lvl6pPr marL="6804716" algn="l" defTabSz="2721885" rtl="0" eaLnBrk="1" latinLnBrk="0" hangingPunct="1">
        <a:defRPr sz="5346" kern="1200">
          <a:solidFill>
            <a:schemeClr val="tx1"/>
          </a:solidFill>
          <a:latin typeface="+mn-lt"/>
          <a:ea typeface="+mn-ea"/>
          <a:cs typeface="+mn-cs"/>
        </a:defRPr>
      </a:lvl6pPr>
      <a:lvl7pPr marL="8165659" algn="l" defTabSz="2721885" rtl="0" eaLnBrk="1" latinLnBrk="0" hangingPunct="1">
        <a:defRPr sz="5346" kern="1200">
          <a:solidFill>
            <a:schemeClr val="tx1"/>
          </a:solidFill>
          <a:latin typeface="+mn-lt"/>
          <a:ea typeface="+mn-ea"/>
          <a:cs typeface="+mn-cs"/>
        </a:defRPr>
      </a:lvl7pPr>
      <a:lvl8pPr marL="9526600" algn="l" defTabSz="2721885" rtl="0" eaLnBrk="1" latinLnBrk="0" hangingPunct="1">
        <a:defRPr sz="5346" kern="1200">
          <a:solidFill>
            <a:schemeClr val="tx1"/>
          </a:solidFill>
          <a:latin typeface="+mn-lt"/>
          <a:ea typeface="+mn-ea"/>
          <a:cs typeface="+mn-cs"/>
        </a:defRPr>
      </a:lvl8pPr>
      <a:lvl9pPr marL="10887543" algn="l" defTabSz="2721885" rtl="0" eaLnBrk="1" latinLnBrk="0" hangingPunct="1">
        <a:defRPr sz="534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614991" y="1616079"/>
            <a:ext cx="10152062" cy="4642206"/>
          </a:xfrm>
          <a:prstGeom prst="rect">
            <a:avLst/>
          </a:prstGeom>
        </p:spPr>
        <p:txBody>
          <a:bodyPr vert="horz" lIns="0" tIns="0" rIns="0" bIns="0" rtlCol="0" anchor="t" anchorCtr="0">
            <a:noAutofit/>
          </a:bodyPr>
          <a:lstStyle/>
          <a:p>
            <a:r>
              <a:rPr lang="de-DE" dirty="0"/>
              <a:t>Titelmaster</a:t>
            </a:r>
          </a:p>
        </p:txBody>
      </p:sp>
      <p:sp>
        <p:nvSpPr>
          <p:cNvPr id="3" name="Textplatzhalter 2"/>
          <p:cNvSpPr>
            <a:spLocks noGrp="1"/>
          </p:cNvSpPr>
          <p:nvPr>
            <p:ph type="body" idx="1"/>
          </p:nvPr>
        </p:nvSpPr>
        <p:spPr>
          <a:xfrm>
            <a:off x="1619254" y="7064223"/>
            <a:ext cx="18146712" cy="19980241"/>
          </a:xfrm>
          <a:prstGeom prst="rect">
            <a:avLst/>
          </a:prstGeom>
        </p:spPr>
        <p:txBody>
          <a:bodyPr vert="horz" lIns="0" tIns="0" rIns="0" bIns="0" numCol="1" spcCol="720072"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857247238"/>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37" r:id="rId3"/>
    <p:sldLayoutId id="2147483738" r:id="rId4"/>
    <p:sldLayoutId id="2147483749" r:id="rId5"/>
    <p:sldLayoutId id="2147483750" r:id="rId6"/>
    <p:sldLayoutId id="2147483761" r:id="rId7"/>
    <p:sldLayoutId id="2147483762" r:id="rId8"/>
    <p:sldLayoutId id="2147483773" r:id="rId9"/>
    <p:sldLayoutId id="2147483774" r:id="rId10"/>
    <p:sldLayoutId id="2147483785" r:id="rId11"/>
    <p:sldLayoutId id="2147483786" r:id="rId12"/>
  </p:sldLayoutIdLst>
  <p:hf sldNum="0" hdr="0" ftr="0" dt="0"/>
  <p:txStyles>
    <p:titleStyle>
      <a:lvl1pPr algn="ctr" defTabSz="2721885" rtl="0" eaLnBrk="1" latinLnBrk="0" hangingPunct="1">
        <a:lnSpc>
          <a:spcPct val="90000"/>
        </a:lnSpc>
        <a:spcBef>
          <a:spcPct val="0"/>
        </a:spcBef>
        <a:buNone/>
        <a:defRPr sz="13644" kern="1200">
          <a:solidFill>
            <a:schemeClr val="tx1"/>
          </a:solidFill>
          <a:latin typeface="Source Sans Pro Light" panose="020B0403030403020204" pitchFamily="34" charset="0"/>
          <a:ea typeface="+mj-ea"/>
          <a:cs typeface="+mj-cs"/>
        </a:defRPr>
      </a:lvl1pPr>
    </p:titleStyle>
    <p:bodyStyle>
      <a:lvl1pPr marL="0" indent="0" algn="l" defTabSz="2721885" rtl="0" eaLnBrk="1" latinLnBrk="0" hangingPunct="1">
        <a:lnSpc>
          <a:spcPct val="105000"/>
        </a:lnSpc>
        <a:spcBef>
          <a:spcPts val="0"/>
        </a:spcBef>
        <a:buFont typeface="Arial" panose="020B0604020202020204" pitchFamily="34" charset="0"/>
        <a:buNone/>
        <a:defRPr sz="3688" kern="1200">
          <a:solidFill>
            <a:schemeClr val="tx1"/>
          </a:solidFill>
          <a:latin typeface="Source Sans Pro Semibold" panose="020B0603030403020204" pitchFamily="34" charset="0"/>
          <a:ea typeface="+mn-ea"/>
          <a:cs typeface="+mn-cs"/>
        </a:defRPr>
      </a:lvl1pPr>
      <a:lvl2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2pPr>
      <a:lvl3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3pPr>
      <a:lvl4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4pPr>
      <a:lvl5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5pPr>
      <a:lvl6pPr marL="7485186"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6pPr>
      <a:lvl7pPr marL="884613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7pPr>
      <a:lvl8pPr marL="1020707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8pPr>
      <a:lvl9pPr marL="11568017"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9pPr>
    </p:bodyStyle>
    <p:otherStyle>
      <a:defPPr>
        <a:defRPr lang="de-DE"/>
      </a:defPPr>
      <a:lvl1pPr marL="0" algn="l" defTabSz="2721885" rtl="0" eaLnBrk="1" latinLnBrk="0" hangingPunct="1">
        <a:defRPr sz="5346" kern="1200">
          <a:solidFill>
            <a:schemeClr val="tx1"/>
          </a:solidFill>
          <a:latin typeface="+mn-lt"/>
          <a:ea typeface="+mn-ea"/>
          <a:cs typeface="+mn-cs"/>
        </a:defRPr>
      </a:lvl1pPr>
      <a:lvl2pPr marL="1360943" algn="l" defTabSz="2721885" rtl="0" eaLnBrk="1" latinLnBrk="0" hangingPunct="1">
        <a:defRPr sz="5346" kern="1200">
          <a:solidFill>
            <a:schemeClr val="tx1"/>
          </a:solidFill>
          <a:latin typeface="+mn-lt"/>
          <a:ea typeface="+mn-ea"/>
          <a:cs typeface="+mn-cs"/>
        </a:defRPr>
      </a:lvl2pPr>
      <a:lvl3pPr marL="2721885" algn="l" defTabSz="2721885" rtl="0" eaLnBrk="1" latinLnBrk="0" hangingPunct="1">
        <a:defRPr sz="5346" kern="1200">
          <a:solidFill>
            <a:schemeClr val="tx1"/>
          </a:solidFill>
          <a:latin typeface="+mn-lt"/>
          <a:ea typeface="+mn-ea"/>
          <a:cs typeface="+mn-cs"/>
        </a:defRPr>
      </a:lvl3pPr>
      <a:lvl4pPr marL="4082828" algn="l" defTabSz="2721885" rtl="0" eaLnBrk="1" latinLnBrk="0" hangingPunct="1">
        <a:defRPr sz="5346" kern="1200">
          <a:solidFill>
            <a:schemeClr val="tx1"/>
          </a:solidFill>
          <a:latin typeface="+mn-lt"/>
          <a:ea typeface="+mn-ea"/>
          <a:cs typeface="+mn-cs"/>
        </a:defRPr>
      </a:lvl4pPr>
      <a:lvl5pPr marL="5443774" algn="l" defTabSz="2721885" rtl="0" eaLnBrk="1" latinLnBrk="0" hangingPunct="1">
        <a:defRPr sz="5346" kern="1200">
          <a:solidFill>
            <a:schemeClr val="tx1"/>
          </a:solidFill>
          <a:latin typeface="+mn-lt"/>
          <a:ea typeface="+mn-ea"/>
          <a:cs typeface="+mn-cs"/>
        </a:defRPr>
      </a:lvl5pPr>
      <a:lvl6pPr marL="6804716" algn="l" defTabSz="2721885" rtl="0" eaLnBrk="1" latinLnBrk="0" hangingPunct="1">
        <a:defRPr sz="5346" kern="1200">
          <a:solidFill>
            <a:schemeClr val="tx1"/>
          </a:solidFill>
          <a:latin typeface="+mn-lt"/>
          <a:ea typeface="+mn-ea"/>
          <a:cs typeface="+mn-cs"/>
        </a:defRPr>
      </a:lvl6pPr>
      <a:lvl7pPr marL="8165659" algn="l" defTabSz="2721885" rtl="0" eaLnBrk="1" latinLnBrk="0" hangingPunct="1">
        <a:defRPr sz="5346" kern="1200">
          <a:solidFill>
            <a:schemeClr val="tx1"/>
          </a:solidFill>
          <a:latin typeface="+mn-lt"/>
          <a:ea typeface="+mn-ea"/>
          <a:cs typeface="+mn-cs"/>
        </a:defRPr>
      </a:lvl7pPr>
      <a:lvl8pPr marL="9526600" algn="l" defTabSz="2721885" rtl="0" eaLnBrk="1" latinLnBrk="0" hangingPunct="1">
        <a:defRPr sz="5346" kern="1200">
          <a:solidFill>
            <a:schemeClr val="tx1"/>
          </a:solidFill>
          <a:latin typeface="+mn-lt"/>
          <a:ea typeface="+mn-ea"/>
          <a:cs typeface="+mn-cs"/>
        </a:defRPr>
      </a:lvl8pPr>
      <a:lvl9pPr marL="10887543" algn="l" defTabSz="2721885" rtl="0" eaLnBrk="1" latinLnBrk="0" hangingPunct="1">
        <a:defRPr sz="534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614991" y="1616079"/>
            <a:ext cx="10152062" cy="4642206"/>
          </a:xfrm>
          <a:prstGeom prst="rect">
            <a:avLst/>
          </a:prstGeom>
        </p:spPr>
        <p:txBody>
          <a:bodyPr vert="horz" lIns="0" tIns="0" rIns="0" bIns="0" rtlCol="0" anchor="t" anchorCtr="0">
            <a:noAutofit/>
          </a:bodyPr>
          <a:lstStyle/>
          <a:p>
            <a:r>
              <a:rPr lang="de-DE" dirty="0"/>
              <a:t>Titelmaster</a:t>
            </a:r>
          </a:p>
        </p:txBody>
      </p:sp>
      <p:sp>
        <p:nvSpPr>
          <p:cNvPr id="3" name="Textplatzhalter 2"/>
          <p:cNvSpPr>
            <a:spLocks noGrp="1"/>
          </p:cNvSpPr>
          <p:nvPr>
            <p:ph type="body" idx="1"/>
          </p:nvPr>
        </p:nvSpPr>
        <p:spPr>
          <a:xfrm>
            <a:off x="1619254" y="7064223"/>
            <a:ext cx="18146712" cy="19980241"/>
          </a:xfrm>
          <a:prstGeom prst="rect">
            <a:avLst/>
          </a:prstGeom>
        </p:spPr>
        <p:txBody>
          <a:bodyPr vert="horz" lIns="0" tIns="0" rIns="0" bIns="0" numCol="1" spcCol="720072"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574806819"/>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10" r:id="rId3"/>
    <p:sldLayoutId id="2147483811" r:id="rId4"/>
    <p:sldLayoutId id="2147483822" r:id="rId5"/>
    <p:sldLayoutId id="2147483823" r:id="rId6"/>
    <p:sldLayoutId id="2147483834" r:id="rId7"/>
    <p:sldLayoutId id="2147483835" r:id="rId8"/>
    <p:sldLayoutId id="2147483846" r:id="rId9"/>
    <p:sldLayoutId id="2147483847" r:id="rId10"/>
    <p:sldLayoutId id="2147483858" r:id="rId11"/>
    <p:sldLayoutId id="2147483859" r:id="rId12"/>
  </p:sldLayoutIdLst>
  <p:hf sldNum="0" hdr="0" ftr="0" dt="0"/>
  <p:txStyles>
    <p:titleStyle>
      <a:lvl1pPr algn="ctr" defTabSz="2721885" rtl="0" eaLnBrk="1" latinLnBrk="0" hangingPunct="1">
        <a:lnSpc>
          <a:spcPct val="90000"/>
        </a:lnSpc>
        <a:spcBef>
          <a:spcPct val="0"/>
        </a:spcBef>
        <a:buNone/>
        <a:defRPr sz="13644" kern="1200">
          <a:solidFill>
            <a:schemeClr val="tx1"/>
          </a:solidFill>
          <a:latin typeface="Source Sans Pro Light" panose="020B0403030403020204" pitchFamily="34" charset="0"/>
          <a:ea typeface="+mj-ea"/>
          <a:cs typeface="+mj-cs"/>
        </a:defRPr>
      </a:lvl1pPr>
    </p:titleStyle>
    <p:bodyStyle>
      <a:lvl1pPr marL="0" indent="0" algn="l" defTabSz="2721885" rtl="0" eaLnBrk="1" latinLnBrk="0" hangingPunct="1">
        <a:lnSpc>
          <a:spcPct val="105000"/>
        </a:lnSpc>
        <a:spcBef>
          <a:spcPts val="0"/>
        </a:spcBef>
        <a:buFont typeface="Arial" panose="020B0604020202020204" pitchFamily="34" charset="0"/>
        <a:buNone/>
        <a:defRPr sz="3688" kern="1200">
          <a:solidFill>
            <a:schemeClr val="tx1"/>
          </a:solidFill>
          <a:latin typeface="Source Sans Pro Semibold" panose="020B0603030403020204" pitchFamily="34" charset="0"/>
          <a:ea typeface="+mn-ea"/>
          <a:cs typeface="+mn-cs"/>
        </a:defRPr>
      </a:lvl1pPr>
      <a:lvl2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2pPr>
      <a:lvl3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3pPr>
      <a:lvl4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4pPr>
      <a:lvl5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5pPr>
      <a:lvl6pPr marL="7485186"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6pPr>
      <a:lvl7pPr marL="884613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7pPr>
      <a:lvl8pPr marL="1020707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8pPr>
      <a:lvl9pPr marL="11568017"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9pPr>
    </p:bodyStyle>
    <p:otherStyle>
      <a:defPPr>
        <a:defRPr lang="de-DE"/>
      </a:defPPr>
      <a:lvl1pPr marL="0" algn="l" defTabSz="2721885" rtl="0" eaLnBrk="1" latinLnBrk="0" hangingPunct="1">
        <a:defRPr sz="5346" kern="1200">
          <a:solidFill>
            <a:schemeClr val="tx1"/>
          </a:solidFill>
          <a:latin typeface="+mn-lt"/>
          <a:ea typeface="+mn-ea"/>
          <a:cs typeface="+mn-cs"/>
        </a:defRPr>
      </a:lvl1pPr>
      <a:lvl2pPr marL="1360943" algn="l" defTabSz="2721885" rtl="0" eaLnBrk="1" latinLnBrk="0" hangingPunct="1">
        <a:defRPr sz="5346" kern="1200">
          <a:solidFill>
            <a:schemeClr val="tx1"/>
          </a:solidFill>
          <a:latin typeface="+mn-lt"/>
          <a:ea typeface="+mn-ea"/>
          <a:cs typeface="+mn-cs"/>
        </a:defRPr>
      </a:lvl2pPr>
      <a:lvl3pPr marL="2721885" algn="l" defTabSz="2721885" rtl="0" eaLnBrk="1" latinLnBrk="0" hangingPunct="1">
        <a:defRPr sz="5346" kern="1200">
          <a:solidFill>
            <a:schemeClr val="tx1"/>
          </a:solidFill>
          <a:latin typeface="+mn-lt"/>
          <a:ea typeface="+mn-ea"/>
          <a:cs typeface="+mn-cs"/>
        </a:defRPr>
      </a:lvl3pPr>
      <a:lvl4pPr marL="4082828" algn="l" defTabSz="2721885" rtl="0" eaLnBrk="1" latinLnBrk="0" hangingPunct="1">
        <a:defRPr sz="5346" kern="1200">
          <a:solidFill>
            <a:schemeClr val="tx1"/>
          </a:solidFill>
          <a:latin typeface="+mn-lt"/>
          <a:ea typeface="+mn-ea"/>
          <a:cs typeface="+mn-cs"/>
        </a:defRPr>
      </a:lvl4pPr>
      <a:lvl5pPr marL="5443774" algn="l" defTabSz="2721885" rtl="0" eaLnBrk="1" latinLnBrk="0" hangingPunct="1">
        <a:defRPr sz="5346" kern="1200">
          <a:solidFill>
            <a:schemeClr val="tx1"/>
          </a:solidFill>
          <a:latin typeface="+mn-lt"/>
          <a:ea typeface="+mn-ea"/>
          <a:cs typeface="+mn-cs"/>
        </a:defRPr>
      </a:lvl5pPr>
      <a:lvl6pPr marL="6804716" algn="l" defTabSz="2721885" rtl="0" eaLnBrk="1" latinLnBrk="0" hangingPunct="1">
        <a:defRPr sz="5346" kern="1200">
          <a:solidFill>
            <a:schemeClr val="tx1"/>
          </a:solidFill>
          <a:latin typeface="+mn-lt"/>
          <a:ea typeface="+mn-ea"/>
          <a:cs typeface="+mn-cs"/>
        </a:defRPr>
      </a:lvl6pPr>
      <a:lvl7pPr marL="8165659" algn="l" defTabSz="2721885" rtl="0" eaLnBrk="1" latinLnBrk="0" hangingPunct="1">
        <a:defRPr sz="5346" kern="1200">
          <a:solidFill>
            <a:schemeClr val="tx1"/>
          </a:solidFill>
          <a:latin typeface="+mn-lt"/>
          <a:ea typeface="+mn-ea"/>
          <a:cs typeface="+mn-cs"/>
        </a:defRPr>
      </a:lvl7pPr>
      <a:lvl8pPr marL="9526600" algn="l" defTabSz="2721885" rtl="0" eaLnBrk="1" latinLnBrk="0" hangingPunct="1">
        <a:defRPr sz="5346" kern="1200">
          <a:solidFill>
            <a:schemeClr val="tx1"/>
          </a:solidFill>
          <a:latin typeface="+mn-lt"/>
          <a:ea typeface="+mn-ea"/>
          <a:cs typeface="+mn-cs"/>
        </a:defRPr>
      </a:lvl8pPr>
      <a:lvl9pPr marL="10887543" algn="l" defTabSz="2721885" rtl="0" eaLnBrk="1" latinLnBrk="0" hangingPunct="1">
        <a:defRPr sz="534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614991" y="1616079"/>
            <a:ext cx="10152062" cy="4642206"/>
          </a:xfrm>
          <a:prstGeom prst="rect">
            <a:avLst/>
          </a:prstGeom>
        </p:spPr>
        <p:txBody>
          <a:bodyPr vert="horz" lIns="0" tIns="0" rIns="0" bIns="0" rtlCol="0" anchor="t" anchorCtr="0">
            <a:noAutofit/>
          </a:bodyPr>
          <a:lstStyle/>
          <a:p>
            <a:r>
              <a:rPr lang="de-DE" dirty="0"/>
              <a:t>Titelmaster</a:t>
            </a:r>
          </a:p>
        </p:txBody>
      </p:sp>
      <p:sp>
        <p:nvSpPr>
          <p:cNvPr id="3" name="Textplatzhalter 2"/>
          <p:cNvSpPr>
            <a:spLocks noGrp="1"/>
          </p:cNvSpPr>
          <p:nvPr>
            <p:ph type="body" idx="1"/>
          </p:nvPr>
        </p:nvSpPr>
        <p:spPr>
          <a:xfrm>
            <a:off x="1619254" y="7064223"/>
            <a:ext cx="18146712" cy="19980241"/>
          </a:xfrm>
          <a:prstGeom prst="rect">
            <a:avLst/>
          </a:prstGeom>
        </p:spPr>
        <p:txBody>
          <a:bodyPr vert="horz" lIns="0" tIns="0" rIns="0" bIns="0" numCol="1" spcCol="720072"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110948440"/>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83" r:id="rId3"/>
    <p:sldLayoutId id="2147483884" r:id="rId4"/>
    <p:sldLayoutId id="2147483895" r:id="rId5"/>
    <p:sldLayoutId id="2147483896" r:id="rId6"/>
    <p:sldLayoutId id="2147483907" r:id="rId7"/>
    <p:sldLayoutId id="2147483908" r:id="rId8"/>
    <p:sldLayoutId id="2147483919" r:id="rId9"/>
    <p:sldLayoutId id="2147483920" r:id="rId10"/>
    <p:sldLayoutId id="2147483931" r:id="rId11"/>
    <p:sldLayoutId id="2147483932" r:id="rId12"/>
  </p:sldLayoutIdLst>
  <p:hf sldNum="0" hdr="0" ftr="0" dt="0"/>
  <p:txStyles>
    <p:titleStyle>
      <a:lvl1pPr algn="ctr" defTabSz="2721885" rtl="0" eaLnBrk="1" latinLnBrk="0" hangingPunct="1">
        <a:lnSpc>
          <a:spcPct val="90000"/>
        </a:lnSpc>
        <a:spcBef>
          <a:spcPct val="0"/>
        </a:spcBef>
        <a:buNone/>
        <a:defRPr sz="13644" kern="1200">
          <a:solidFill>
            <a:schemeClr val="tx1"/>
          </a:solidFill>
          <a:latin typeface="Source Sans Pro Light" panose="020B0403030403020204" pitchFamily="34" charset="0"/>
          <a:ea typeface="+mj-ea"/>
          <a:cs typeface="+mj-cs"/>
        </a:defRPr>
      </a:lvl1pPr>
    </p:titleStyle>
    <p:bodyStyle>
      <a:lvl1pPr marL="0" indent="0" algn="l" defTabSz="2721885" rtl="0" eaLnBrk="1" latinLnBrk="0" hangingPunct="1">
        <a:lnSpc>
          <a:spcPct val="105000"/>
        </a:lnSpc>
        <a:spcBef>
          <a:spcPts val="0"/>
        </a:spcBef>
        <a:buFont typeface="Arial" panose="020B0604020202020204" pitchFamily="34" charset="0"/>
        <a:buNone/>
        <a:defRPr sz="3688" kern="1200">
          <a:solidFill>
            <a:schemeClr val="tx1"/>
          </a:solidFill>
          <a:latin typeface="Source Sans Pro Semibold" panose="020B0603030403020204" pitchFamily="34" charset="0"/>
          <a:ea typeface="+mn-ea"/>
          <a:cs typeface="+mn-cs"/>
        </a:defRPr>
      </a:lvl1pPr>
      <a:lvl2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2pPr>
      <a:lvl3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3pPr>
      <a:lvl4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4pPr>
      <a:lvl5pPr marL="0" indent="0" algn="l" defTabSz="2721885" rtl="0" eaLnBrk="1" latinLnBrk="0" hangingPunct="1">
        <a:lnSpc>
          <a:spcPct val="105000"/>
        </a:lnSpc>
        <a:spcBef>
          <a:spcPts val="0"/>
        </a:spcBef>
        <a:spcAft>
          <a:spcPts val="0"/>
        </a:spcAft>
        <a:buFont typeface="Arial" panose="020B0604020202020204" pitchFamily="34" charset="0"/>
        <a:buNone/>
        <a:defRPr sz="3688" kern="1200">
          <a:solidFill>
            <a:schemeClr val="tx1"/>
          </a:solidFill>
          <a:latin typeface="Source Sans Pro Light" panose="020B0403030403020204" pitchFamily="34" charset="0"/>
          <a:ea typeface="+mn-ea"/>
          <a:cs typeface="+mn-cs"/>
        </a:defRPr>
      </a:lvl5pPr>
      <a:lvl6pPr marL="7485186"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6pPr>
      <a:lvl7pPr marL="884613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7pPr>
      <a:lvl8pPr marL="10207071"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8pPr>
      <a:lvl9pPr marL="11568017" indent="-680469" algn="l" defTabSz="2721885" rtl="0" eaLnBrk="1" latinLnBrk="0" hangingPunct="1">
        <a:spcBef>
          <a:spcPct val="20000"/>
        </a:spcBef>
        <a:buFont typeface="Arial" panose="020B0604020202020204" pitchFamily="34" charset="0"/>
        <a:buChar char="•"/>
        <a:defRPr sz="5994" kern="1200">
          <a:solidFill>
            <a:schemeClr val="tx1"/>
          </a:solidFill>
          <a:latin typeface="+mn-lt"/>
          <a:ea typeface="+mn-ea"/>
          <a:cs typeface="+mn-cs"/>
        </a:defRPr>
      </a:lvl9pPr>
    </p:bodyStyle>
    <p:otherStyle>
      <a:defPPr>
        <a:defRPr lang="de-DE"/>
      </a:defPPr>
      <a:lvl1pPr marL="0" algn="l" defTabSz="2721885" rtl="0" eaLnBrk="1" latinLnBrk="0" hangingPunct="1">
        <a:defRPr sz="5346" kern="1200">
          <a:solidFill>
            <a:schemeClr val="tx1"/>
          </a:solidFill>
          <a:latin typeface="+mn-lt"/>
          <a:ea typeface="+mn-ea"/>
          <a:cs typeface="+mn-cs"/>
        </a:defRPr>
      </a:lvl1pPr>
      <a:lvl2pPr marL="1360943" algn="l" defTabSz="2721885" rtl="0" eaLnBrk="1" latinLnBrk="0" hangingPunct="1">
        <a:defRPr sz="5346" kern="1200">
          <a:solidFill>
            <a:schemeClr val="tx1"/>
          </a:solidFill>
          <a:latin typeface="+mn-lt"/>
          <a:ea typeface="+mn-ea"/>
          <a:cs typeface="+mn-cs"/>
        </a:defRPr>
      </a:lvl2pPr>
      <a:lvl3pPr marL="2721885" algn="l" defTabSz="2721885" rtl="0" eaLnBrk="1" latinLnBrk="0" hangingPunct="1">
        <a:defRPr sz="5346" kern="1200">
          <a:solidFill>
            <a:schemeClr val="tx1"/>
          </a:solidFill>
          <a:latin typeface="+mn-lt"/>
          <a:ea typeface="+mn-ea"/>
          <a:cs typeface="+mn-cs"/>
        </a:defRPr>
      </a:lvl3pPr>
      <a:lvl4pPr marL="4082828" algn="l" defTabSz="2721885" rtl="0" eaLnBrk="1" latinLnBrk="0" hangingPunct="1">
        <a:defRPr sz="5346" kern="1200">
          <a:solidFill>
            <a:schemeClr val="tx1"/>
          </a:solidFill>
          <a:latin typeface="+mn-lt"/>
          <a:ea typeface="+mn-ea"/>
          <a:cs typeface="+mn-cs"/>
        </a:defRPr>
      </a:lvl4pPr>
      <a:lvl5pPr marL="5443774" algn="l" defTabSz="2721885" rtl="0" eaLnBrk="1" latinLnBrk="0" hangingPunct="1">
        <a:defRPr sz="5346" kern="1200">
          <a:solidFill>
            <a:schemeClr val="tx1"/>
          </a:solidFill>
          <a:latin typeface="+mn-lt"/>
          <a:ea typeface="+mn-ea"/>
          <a:cs typeface="+mn-cs"/>
        </a:defRPr>
      </a:lvl5pPr>
      <a:lvl6pPr marL="6804716" algn="l" defTabSz="2721885" rtl="0" eaLnBrk="1" latinLnBrk="0" hangingPunct="1">
        <a:defRPr sz="5346" kern="1200">
          <a:solidFill>
            <a:schemeClr val="tx1"/>
          </a:solidFill>
          <a:latin typeface="+mn-lt"/>
          <a:ea typeface="+mn-ea"/>
          <a:cs typeface="+mn-cs"/>
        </a:defRPr>
      </a:lvl6pPr>
      <a:lvl7pPr marL="8165659" algn="l" defTabSz="2721885" rtl="0" eaLnBrk="1" latinLnBrk="0" hangingPunct="1">
        <a:defRPr sz="5346" kern="1200">
          <a:solidFill>
            <a:schemeClr val="tx1"/>
          </a:solidFill>
          <a:latin typeface="+mn-lt"/>
          <a:ea typeface="+mn-ea"/>
          <a:cs typeface="+mn-cs"/>
        </a:defRPr>
      </a:lvl7pPr>
      <a:lvl8pPr marL="9526600" algn="l" defTabSz="2721885" rtl="0" eaLnBrk="1" latinLnBrk="0" hangingPunct="1">
        <a:defRPr sz="5346" kern="1200">
          <a:solidFill>
            <a:schemeClr val="tx1"/>
          </a:solidFill>
          <a:latin typeface="+mn-lt"/>
          <a:ea typeface="+mn-ea"/>
          <a:cs typeface="+mn-cs"/>
        </a:defRPr>
      </a:lvl8pPr>
      <a:lvl9pPr marL="10887543" algn="l" defTabSz="2721885" rtl="0" eaLnBrk="1" latinLnBrk="0" hangingPunct="1">
        <a:defRPr sz="534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p:cNvSpPr>
            <a:spLocks noGrp="1"/>
          </p:cNvSpPr>
          <p:nvPr>
            <p:ph type="title"/>
          </p:nvPr>
        </p:nvSpPr>
        <p:spPr>
          <a:xfrm>
            <a:off x="3274988" y="2881565"/>
            <a:ext cx="14852678" cy="2102913"/>
          </a:xfrm>
        </p:spPr>
        <p:txBody>
          <a:bodyPr/>
          <a:lstStyle/>
          <a:p>
            <a:pPr>
              <a:lnSpc>
                <a:spcPct val="90000"/>
              </a:lnSpc>
            </a:pPr>
            <a:r>
              <a:rPr lang="de-DE" sz="6000" dirty="0" err="1"/>
              <a:t>ArUco</a:t>
            </a:r>
            <a:r>
              <a:rPr lang="de-DE" sz="6000" dirty="0"/>
              <a:t>-basierte visuelle Navigation mit dem </a:t>
            </a:r>
            <a:r>
              <a:rPr lang="de-DE" sz="6000" dirty="0" err="1"/>
              <a:t>LeKiwi</a:t>
            </a:r>
            <a:r>
              <a:rPr lang="de-DE" sz="6000" dirty="0"/>
              <a:t> Roboter</a:t>
            </a:r>
            <a:br>
              <a:rPr lang="de-DE" sz="5400" dirty="0"/>
            </a:br>
            <a:r>
              <a:rPr lang="de-DE" sz="3200" dirty="0" err="1"/>
              <a:t>Markererkennung</a:t>
            </a:r>
            <a:r>
              <a:rPr lang="de-DE" sz="3200" dirty="0"/>
              <a:t>, Pose </a:t>
            </a:r>
            <a:r>
              <a:rPr lang="de-DE" sz="3200" dirty="0" err="1"/>
              <a:t>Estimation</a:t>
            </a:r>
            <a:r>
              <a:rPr lang="de-DE" sz="3200" dirty="0"/>
              <a:t> und zielgerichtete Navigation mit </a:t>
            </a:r>
            <a:r>
              <a:rPr lang="de-DE" sz="3200" dirty="0" err="1"/>
              <a:t>OpenCV</a:t>
            </a:r>
            <a:r>
              <a:rPr lang="de-DE" sz="3200" dirty="0"/>
              <a:t> auf dem Raspberry Pi 5</a:t>
            </a:r>
            <a:endParaRPr lang="de-DE" sz="5400" dirty="0"/>
          </a:p>
        </p:txBody>
      </p:sp>
      <p:pic>
        <p:nvPicPr>
          <p:cNvPr id="19" name="Bildplatzhalter 18">
            <a:extLst>
              <a:ext uri="{FF2B5EF4-FFF2-40B4-BE49-F238E27FC236}">
                <a16:creationId xmlns:a16="http://schemas.microsoft.com/office/drawing/2014/main" id="{B31629A4-C102-FFDB-3625-0460B091E6A4}"/>
              </a:ext>
            </a:extLst>
          </p:cNvPr>
          <p:cNvPicPr>
            <a:picLocks noGrp="1" noChangeAspect="1"/>
          </p:cNvPicPr>
          <p:nvPr>
            <p:ph type="pic" sz="quarter" idx="13"/>
          </p:nvPr>
        </p:nvPicPr>
        <p:blipFill>
          <a:blip r:embed="rId2"/>
          <a:srcRect l="23" t="-236" r="21993" b="236"/>
          <a:stretch>
            <a:fillRect/>
          </a:stretch>
        </p:blipFill>
        <p:spPr>
          <a:xfrm>
            <a:off x="1616075" y="7805738"/>
            <a:ext cx="8713788" cy="8380412"/>
          </a:xfrm>
          <a:prstGeom prst="rect">
            <a:avLst/>
          </a:prstGeom>
        </p:spPr>
      </p:pic>
      <p:sp>
        <p:nvSpPr>
          <p:cNvPr id="12" name="Textplatzhalter 11"/>
          <p:cNvSpPr>
            <a:spLocks noGrp="1"/>
          </p:cNvSpPr>
          <p:nvPr>
            <p:ph type="body" sz="quarter" idx="14"/>
          </p:nvPr>
        </p:nvSpPr>
        <p:spPr>
          <a:xfrm>
            <a:off x="1621096" y="16996505"/>
            <a:ext cx="8713786" cy="8380720"/>
          </a:xfrm>
        </p:spPr>
        <p:txBody>
          <a:bodyPr/>
          <a:lstStyle/>
          <a:p>
            <a:endParaRPr lang="de-DE" dirty="0">
              <a:latin typeface="Source Sans Pro" panose="020B0503030403020204" pitchFamily="34" charset="0"/>
              <a:ea typeface="Source Sans Pro" panose="020B0503030403020204" pitchFamily="34" charset="0"/>
            </a:endParaRPr>
          </a:p>
        </p:txBody>
      </p:sp>
      <p:sp>
        <p:nvSpPr>
          <p:cNvPr id="13" name="Textplatzhalter 12"/>
          <p:cNvSpPr>
            <a:spLocks noGrp="1"/>
          </p:cNvSpPr>
          <p:nvPr>
            <p:ph type="body" sz="quarter" idx="15"/>
          </p:nvPr>
        </p:nvSpPr>
        <p:spPr>
          <a:xfrm>
            <a:off x="11048744" y="7805784"/>
            <a:ext cx="8713786" cy="20653302"/>
          </a:xfrm>
        </p:spPr>
        <p:txBody>
          <a:bodyPr/>
          <a:lstStyle/>
          <a:p>
            <a:r>
              <a:rPr lang="de-DE" b="1" u="sng" dirty="0">
                <a:latin typeface="Source Sans Pro" panose="020B0503030403020204" pitchFamily="34" charset="0"/>
                <a:ea typeface="Source Sans Pro" panose="020B0503030403020204" pitchFamily="34" charset="0"/>
              </a:rPr>
              <a:t>Motivation:</a:t>
            </a:r>
          </a:p>
          <a:p>
            <a:r>
              <a:rPr lang="de-DE" sz="3200" dirty="0">
                <a:latin typeface="Source Sans Pro" panose="020B0503030403020204" pitchFamily="34" charset="0"/>
                <a:ea typeface="Source Sans Pro" panose="020B0503030403020204" pitchFamily="34" charset="0"/>
              </a:rPr>
              <a:t>Ziel des Projekts war die Entwicklung einer modularen Vision-Pipeline für den mobilen </a:t>
            </a:r>
            <a:r>
              <a:rPr lang="de-DE" sz="3200" dirty="0" err="1">
                <a:latin typeface="Source Sans Pro" panose="020B0503030403020204" pitchFamily="34" charset="0"/>
                <a:ea typeface="Source Sans Pro" panose="020B0503030403020204" pitchFamily="34" charset="0"/>
              </a:rPr>
              <a:t>LeKiwi</a:t>
            </a:r>
            <a:r>
              <a:rPr lang="de-DE" sz="3200" dirty="0">
                <a:latin typeface="Source Sans Pro" panose="020B0503030403020204" pitchFamily="34" charset="0"/>
                <a:ea typeface="Source Sans Pro" panose="020B0503030403020204" pitchFamily="34" charset="0"/>
              </a:rPr>
              <a:t> Roboter. </a:t>
            </a:r>
            <a:r>
              <a:rPr lang="de-DE" sz="3200" dirty="0" err="1">
                <a:latin typeface="Source Sans Pro" panose="020B0503030403020204" pitchFamily="34" charset="0"/>
                <a:ea typeface="Source Sans Pro" panose="020B0503030403020204" pitchFamily="34" charset="0"/>
              </a:rPr>
              <a:t>ArUco</a:t>
            </a:r>
            <a:r>
              <a:rPr lang="de-DE" sz="3200" dirty="0">
                <a:latin typeface="Source Sans Pro" panose="020B0503030403020204" pitchFamily="34" charset="0"/>
                <a:ea typeface="Source Sans Pro" panose="020B0503030403020204" pitchFamily="34" charset="0"/>
              </a:rPr>
              <a:t>-Marker werden im Kamerabild erkannt, anhand ihrer ID unterschieden und räumlich relativ zur Kamera lokalisiert. Auf Basis dieser Positionsinformation soll der Roboter einem definierten Zielmarker folgen. Die modulare Struktur soll eine spätere Übertragung der Vision-Komponenten auf weitere </a:t>
            </a:r>
            <a:r>
              <a:rPr lang="de-DE" sz="3200" dirty="0" err="1">
                <a:latin typeface="Source Sans Pro" panose="020B0503030403020204" pitchFamily="34" charset="0"/>
                <a:ea typeface="Source Sans Pro" panose="020B0503030403020204" pitchFamily="34" charset="0"/>
              </a:rPr>
              <a:t>Robotikplattformen</a:t>
            </a:r>
            <a:r>
              <a:rPr lang="de-DE" sz="3200" dirty="0">
                <a:latin typeface="Source Sans Pro" panose="020B0503030403020204" pitchFamily="34" charset="0"/>
                <a:ea typeface="Source Sans Pro" panose="020B0503030403020204" pitchFamily="34" charset="0"/>
              </a:rPr>
              <a:t>, beispielsweise Roboterarme oder andere mobile Systeme, z. B. im Rahmen des </a:t>
            </a:r>
            <a:r>
              <a:rPr lang="de-DE" sz="3200" dirty="0" err="1">
                <a:latin typeface="Source Sans Pro" panose="020B0503030403020204" pitchFamily="34" charset="0"/>
                <a:ea typeface="Source Sans Pro" panose="020B0503030403020204" pitchFamily="34" charset="0"/>
              </a:rPr>
              <a:t>LeoBots</a:t>
            </a:r>
            <a:r>
              <a:rPr lang="de-DE" sz="3200" dirty="0">
                <a:latin typeface="Source Sans Pro" panose="020B0503030403020204" pitchFamily="34" charset="0"/>
                <a:ea typeface="Source Sans Pro" panose="020B0503030403020204" pitchFamily="34" charset="0"/>
              </a:rPr>
              <a:t> Team der HTWK, ermöglichen.</a:t>
            </a:r>
          </a:p>
          <a:p>
            <a:pPr marL="0" marR="0" lvl="0" indent="0" algn="l" defTabSz="2721885" rtl="0" eaLnBrk="1" fontAlgn="auto" latinLnBrk="0" hangingPunct="1">
              <a:lnSpc>
                <a:spcPct val="105000"/>
              </a:lnSpc>
              <a:spcBef>
                <a:spcPts val="0"/>
              </a:spcBef>
              <a:spcAft>
                <a:spcPts val="0"/>
              </a:spcAft>
              <a:buClrTx/>
              <a:buSzTx/>
              <a:buFont typeface="Arial" panose="020B0604020202020204" pitchFamily="34" charset="0"/>
              <a:buNone/>
              <a:tabLst/>
              <a:defRPr/>
            </a:pPr>
            <a:endParaRPr kumimoji="0" lang="de-DE" sz="3688" b="1" i="0" u="sng"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endParaRPr>
          </a:p>
          <a:p>
            <a:pPr marL="0" marR="0" lvl="0" indent="0" algn="l" defTabSz="2721885" rtl="0" eaLnBrk="1" fontAlgn="auto" latinLnBrk="0" hangingPunct="1">
              <a:lnSpc>
                <a:spcPct val="105000"/>
              </a:lnSpc>
              <a:spcBef>
                <a:spcPts val="0"/>
              </a:spcBef>
              <a:spcAft>
                <a:spcPts val="0"/>
              </a:spcAft>
              <a:buClrTx/>
              <a:buSzTx/>
              <a:buFont typeface="Arial" panose="020B0604020202020204" pitchFamily="34" charset="0"/>
              <a:buNone/>
              <a:tabLst/>
              <a:defRPr/>
            </a:pPr>
            <a:r>
              <a:rPr kumimoji="0" lang="de-DE" sz="3688" b="1" i="0" u="sng"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Methoden:</a:t>
            </a:r>
            <a:endParaRPr lang="de-DE" sz="3200" dirty="0">
              <a:latin typeface="Source Sans Pro" panose="020B0503030403020204" pitchFamily="34" charset="0"/>
              <a:ea typeface="Source Sans Pro" panose="020B0503030403020204" pitchFamily="34" charset="0"/>
            </a:endParaRPr>
          </a:p>
          <a:p>
            <a:r>
              <a:rPr lang="de-DE" sz="3200" dirty="0">
                <a:latin typeface="Source Sans Pro" panose="020B0503030403020204" pitchFamily="34" charset="0"/>
                <a:ea typeface="Source Sans Pro" panose="020B0503030403020204" pitchFamily="34" charset="0"/>
              </a:rPr>
              <a:t>Die Verarbeitungskette besteht aus fünf Schritten:</a:t>
            </a:r>
          </a:p>
          <a:p>
            <a:pPr marL="514350" indent="-514350">
              <a:buFont typeface="+mj-lt"/>
              <a:buAutoNum type="arabicPeriod"/>
            </a:pPr>
            <a:r>
              <a:rPr lang="de-DE" sz="3200" dirty="0">
                <a:latin typeface="Source Sans Pro" panose="020B0503030403020204" pitchFamily="34" charset="0"/>
                <a:ea typeface="Source Sans Pro" panose="020B0503030403020204" pitchFamily="34" charset="0"/>
              </a:rPr>
              <a:t>Kamerakalibrierung: Bestimmung der intrinsischen Kameraparameter und Linsenverzerrung mit einem Schachbrettmuster.</a:t>
            </a:r>
          </a:p>
          <a:p>
            <a:pPr marL="514350" indent="-514350">
              <a:buFont typeface="+mj-lt"/>
              <a:buAutoNum type="arabicPeriod"/>
            </a:pPr>
            <a:r>
              <a:rPr lang="de-DE" sz="3200" dirty="0" err="1">
                <a:latin typeface="Source Sans Pro" panose="020B0503030403020204" pitchFamily="34" charset="0"/>
                <a:ea typeface="Source Sans Pro" panose="020B0503030403020204" pitchFamily="34" charset="0"/>
              </a:rPr>
              <a:t>ArUco</a:t>
            </a:r>
            <a:r>
              <a:rPr lang="de-DE" sz="3200" dirty="0">
                <a:latin typeface="Source Sans Pro" panose="020B0503030403020204" pitchFamily="34" charset="0"/>
                <a:ea typeface="Source Sans Pro" panose="020B0503030403020204" pitchFamily="34" charset="0"/>
              </a:rPr>
              <a:t>-Erkennung: Erkennung der Marker-ID und der vier Eckpunkte mit </a:t>
            </a:r>
            <a:r>
              <a:rPr lang="de-DE" sz="3200" dirty="0" err="1">
                <a:latin typeface="Source Sans Pro" panose="020B0503030403020204" pitchFamily="34" charset="0"/>
                <a:ea typeface="Source Sans Pro" panose="020B0503030403020204" pitchFamily="34" charset="0"/>
              </a:rPr>
              <a:t>OpenCV</a:t>
            </a:r>
            <a:r>
              <a:rPr lang="de-DE" sz="3200" dirty="0">
                <a:latin typeface="Source Sans Pro" panose="020B0503030403020204" pitchFamily="34" charset="0"/>
                <a:ea typeface="Source Sans Pro" panose="020B0503030403020204" pitchFamily="34" charset="0"/>
              </a:rPr>
              <a:t>.</a:t>
            </a:r>
          </a:p>
          <a:p>
            <a:pPr marL="514350" indent="-514350">
              <a:buFont typeface="+mj-lt"/>
              <a:buAutoNum type="arabicPeriod"/>
            </a:pPr>
            <a:r>
              <a:rPr lang="de-DE" sz="3200" dirty="0">
                <a:latin typeface="Source Sans Pro" panose="020B0503030403020204" pitchFamily="34" charset="0"/>
                <a:ea typeface="Source Sans Pro" panose="020B0503030403020204" pitchFamily="34" charset="0"/>
              </a:rPr>
              <a:t>Pose </a:t>
            </a:r>
            <a:r>
              <a:rPr lang="de-DE" sz="3200" dirty="0" err="1">
                <a:latin typeface="Source Sans Pro" panose="020B0503030403020204" pitchFamily="34" charset="0"/>
                <a:ea typeface="Source Sans Pro" panose="020B0503030403020204" pitchFamily="34" charset="0"/>
              </a:rPr>
              <a:t>Estimation</a:t>
            </a:r>
            <a:r>
              <a:rPr lang="de-DE" sz="3200" dirty="0">
                <a:latin typeface="Source Sans Pro" panose="020B0503030403020204" pitchFamily="34" charset="0"/>
                <a:ea typeface="Source Sans Pro" panose="020B0503030403020204" pitchFamily="34" charset="0"/>
              </a:rPr>
              <a:t>: Berechnung von Rotation und Translation des Markers mit </a:t>
            </a:r>
            <a:r>
              <a:rPr lang="de-DE" sz="3200" dirty="0" err="1">
                <a:latin typeface="Source Sans Pro" panose="020B0503030403020204" pitchFamily="34" charset="0"/>
                <a:ea typeface="Source Sans Pro" panose="020B0503030403020204" pitchFamily="34" charset="0"/>
              </a:rPr>
              <a:t>solvePnP</a:t>
            </a:r>
            <a:r>
              <a:rPr lang="de-DE" sz="3200" dirty="0">
                <a:latin typeface="Source Sans Pro" panose="020B0503030403020204" pitchFamily="34" charset="0"/>
                <a:ea typeface="Source Sans Pro" panose="020B0503030403020204" pitchFamily="34" charset="0"/>
              </a:rPr>
              <a:t>() und SOLVEPNP_IPPE_SQUARE.</a:t>
            </a:r>
          </a:p>
          <a:p>
            <a:pPr marL="514350" indent="-514350">
              <a:buFont typeface="+mj-lt"/>
              <a:buAutoNum type="arabicPeriod"/>
            </a:pPr>
            <a:r>
              <a:rPr lang="de-DE" sz="3200" dirty="0">
                <a:latin typeface="Source Sans Pro" panose="020B0503030403020204" pitchFamily="34" charset="0"/>
                <a:ea typeface="Source Sans Pro" panose="020B0503030403020204" pitchFamily="34" charset="0"/>
              </a:rPr>
              <a:t>Zielauswahl und Follow-Controller: Nur Marker ID 0 wird für die Navigation verwendet. Aus seitlicher Abweichung x und Entfernung z entstehen diskrete Bewegungsbefehle.</a:t>
            </a:r>
          </a:p>
          <a:p>
            <a:pPr marL="514350" indent="-514350">
              <a:buFont typeface="+mj-lt"/>
              <a:buAutoNum type="arabicPeriod"/>
            </a:pPr>
            <a:r>
              <a:rPr lang="de-DE" sz="3200" dirty="0" err="1">
                <a:latin typeface="Source Sans Pro" panose="020B0503030403020204" pitchFamily="34" charset="0"/>
                <a:ea typeface="Source Sans Pro" panose="020B0503030403020204" pitchFamily="34" charset="0"/>
              </a:rPr>
              <a:t>LeKiwi</a:t>
            </a:r>
            <a:r>
              <a:rPr lang="de-DE" sz="3200" dirty="0">
                <a:latin typeface="Source Sans Pro" panose="020B0503030403020204" pitchFamily="34" charset="0"/>
                <a:ea typeface="Source Sans Pro" panose="020B0503030403020204" pitchFamily="34" charset="0"/>
              </a:rPr>
              <a:t>-Integration: Kameraframes und Bewegungsbefehle werden über eine eigene </a:t>
            </a:r>
            <a:r>
              <a:rPr lang="de-DE" sz="3200" dirty="0" err="1">
                <a:latin typeface="Source Sans Pro" panose="020B0503030403020204" pitchFamily="34" charset="0"/>
                <a:ea typeface="Source Sans Pro" panose="020B0503030403020204" pitchFamily="34" charset="0"/>
              </a:rPr>
              <a:t>LeKiwi</a:t>
            </a:r>
            <a:r>
              <a:rPr lang="de-DE" sz="3200" dirty="0">
                <a:latin typeface="Source Sans Pro" panose="020B0503030403020204" pitchFamily="34" charset="0"/>
                <a:ea typeface="Source Sans Pro" panose="020B0503030403020204" pitchFamily="34" charset="0"/>
              </a:rPr>
              <a:t>-Schnittstelle verarbeitet. Die gesamte Vision- und Navigationslogik läuft lokal auf dem Raspberry Pi 5.</a:t>
            </a:r>
          </a:p>
          <a:p>
            <a:endParaRPr lang="de-DE" sz="3200" dirty="0">
              <a:latin typeface="Source Sans Pro" panose="020B0503030403020204" pitchFamily="34" charset="0"/>
              <a:ea typeface="Source Sans Pro" panose="020B0503030403020204" pitchFamily="34" charset="0"/>
            </a:endParaRPr>
          </a:p>
          <a:p>
            <a:endParaRPr lang="de-DE" dirty="0">
              <a:latin typeface="Source Sans Pro" panose="020B0503030403020204" pitchFamily="34" charset="0"/>
              <a:ea typeface="Source Sans Pro" panose="020B0503030403020204" pitchFamily="34" charset="0"/>
            </a:endParaRPr>
          </a:p>
        </p:txBody>
      </p:sp>
      <p:sp>
        <p:nvSpPr>
          <p:cNvPr id="2" name="Textfeld 1">
            <a:extLst>
              <a:ext uri="{FF2B5EF4-FFF2-40B4-BE49-F238E27FC236}">
                <a16:creationId xmlns:a16="http://schemas.microsoft.com/office/drawing/2014/main" id="{CB484C06-30B5-A6BB-5321-C40DDAF4853A}"/>
              </a:ext>
            </a:extLst>
          </p:cNvPr>
          <p:cNvSpPr txBox="1"/>
          <p:nvPr/>
        </p:nvSpPr>
        <p:spPr>
          <a:xfrm>
            <a:off x="3265473" y="5452126"/>
            <a:ext cx="14852678" cy="646331"/>
          </a:xfrm>
          <a:prstGeom prst="rect">
            <a:avLst/>
          </a:prstGeom>
          <a:noFill/>
        </p:spPr>
        <p:txBody>
          <a:bodyPr wrap="square" rtlCol="0">
            <a:spAutoFit/>
          </a:bodyPr>
          <a:lstStyle/>
          <a:p>
            <a:r>
              <a:rPr lang="de-DE" sz="3600" dirty="0">
                <a:latin typeface="Source Sans Pro Light" panose="020B0403030403020204" pitchFamily="34" charset="0"/>
                <a:ea typeface="Source Sans Pro Light" panose="020B0403030403020204" pitchFamily="34" charset="0"/>
              </a:rPr>
              <a:t>Mohamad Laith Kebab (SoSe 2026)</a:t>
            </a:r>
          </a:p>
        </p:txBody>
      </p:sp>
      <p:sp>
        <p:nvSpPr>
          <p:cNvPr id="3" name="Textfeld 2">
            <a:extLst>
              <a:ext uri="{FF2B5EF4-FFF2-40B4-BE49-F238E27FC236}">
                <a16:creationId xmlns:a16="http://schemas.microsoft.com/office/drawing/2014/main" id="{624DE78C-9414-7C0C-6856-12709915CC48}"/>
              </a:ext>
            </a:extLst>
          </p:cNvPr>
          <p:cNvSpPr txBox="1"/>
          <p:nvPr/>
        </p:nvSpPr>
        <p:spPr>
          <a:xfrm>
            <a:off x="1613469" y="26715269"/>
            <a:ext cx="14327188" cy="646331"/>
          </a:xfrm>
          <a:prstGeom prst="rect">
            <a:avLst/>
          </a:prstGeom>
          <a:noFill/>
        </p:spPr>
        <p:txBody>
          <a:bodyPr wrap="square" rtlCol="0">
            <a:spAutoFit/>
          </a:bodyPr>
          <a:lstStyle/>
          <a:p>
            <a:r>
              <a:rPr lang="de-DE" sz="3600" dirty="0">
                <a:latin typeface="Source Sans Pro Light" panose="020B0403030403020204" pitchFamily="34" charset="0"/>
                <a:ea typeface="Source Sans Pro Light" panose="020B0403030403020204" pitchFamily="34" charset="0"/>
              </a:rPr>
              <a:t>https://github.com/LaithKu/aruco_robot</a:t>
            </a:r>
          </a:p>
        </p:txBody>
      </p:sp>
      <p:sp>
        <p:nvSpPr>
          <p:cNvPr id="4" name="Textfeld 3">
            <a:extLst>
              <a:ext uri="{FF2B5EF4-FFF2-40B4-BE49-F238E27FC236}">
                <a16:creationId xmlns:a16="http://schemas.microsoft.com/office/drawing/2014/main" id="{1751A7DD-BD1F-2FF0-AEC0-22EC2F11BED1}"/>
              </a:ext>
            </a:extLst>
          </p:cNvPr>
          <p:cNvSpPr txBox="1"/>
          <p:nvPr/>
        </p:nvSpPr>
        <p:spPr>
          <a:xfrm>
            <a:off x="3274988" y="1504565"/>
            <a:ext cx="14852678" cy="909352"/>
          </a:xfrm>
          <a:prstGeom prst="rect">
            <a:avLst/>
          </a:prstGeom>
          <a:noFill/>
        </p:spPr>
        <p:txBody>
          <a:bodyPr wrap="square" rtlCol="0">
            <a:spAutoFit/>
          </a:bodyPr>
          <a:lstStyle/>
          <a:p>
            <a:pPr>
              <a:lnSpc>
                <a:spcPct val="114000"/>
              </a:lnSpc>
            </a:pPr>
            <a:r>
              <a:rPr lang="de-DE" sz="2400" dirty="0">
                <a:latin typeface="Source Sans Pro Light" panose="020B0403030403020204" pitchFamily="34" charset="0"/>
                <a:ea typeface="Source Sans Pro Light" panose="020B0403030403020204" pitchFamily="34" charset="0"/>
              </a:rPr>
              <a:t>Masterstudiengang, Profil: Elektronische Schaltungstechnik und Signalverarbeitung</a:t>
            </a:r>
          </a:p>
          <a:p>
            <a:pPr>
              <a:lnSpc>
                <a:spcPct val="114000"/>
              </a:lnSpc>
            </a:pPr>
            <a:r>
              <a:rPr lang="de-DE" sz="2400" dirty="0">
                <a:latin typeface="Source Sans Pro Light" panose="020B0403030403020204" pitchFamily="34" charset="0"/>
                <a:ea typeface="Source Sans Pro Light" panose="020B0403030403020204" pitchFamily="34" charset="0"/>
              </a:rPr>
              <a:t>Modul E747: Computer-Vision- und </a:t>
            </a:r>
            <a:r>
              <a:rPr lang="de-DE" sz="2400" dirty="0" err="1">
                <a:latin typeface="Source Sans Pro Light" panose="020B0403030403020204" pitchFamily="34" charset="0"/>
                <a:ea typeface="Source Sans Pro Light" panose="020B0403030403020204" pitchFamily="34" charset="0"/>
              </a:rPr>
              <a:t>Machine</a:t>
            </a:r>
            <a:r>
              <a:rPr lang="de-DE" sz="2400" dirty="0">
                <a:latin typeface="Source Sans Pro Light" panose="020B0403030403020204" pitchFamily="34" charset="0"/>
                <a:ea typeface="Source Sans Pro Light" panose="020B0403030403020204" pitchFamily="34" charset="0"/>
              </a:rPr>
              <a:t>-Learning-Anwendungen in eingebetteten Systemen</a:t>
            </a:r>
          </a:p>
        </p:txBody>
      </p:sp>
      <p:sp>
        <p:nvSpPr>
          <p:cNvPr id="5" name="Textfeld 4">
            <a:extLst>
              <a:ext uri="{FF2B5EF4-FFF2-40B4-BE49-F238E27FC236}">
                <a16:creationId xmlns:a16="http://schemas.microsoft.com/office/drawing/2014/main" id="{F9F8C27A-0068-0F1B-76AC-D83DCEB3FAAB}"/>
              </a:ext>
            </a:extLst>
          </p:cNvPr>
          <p:cNvSpPr txBox="1"/>
          <p:nvPr/>
        </p:nvSpPr>
        <p:spPr>
          <a:xfrm>
            <a:off x="9753418" y="28699644"/>
            <a:ext cx="10009112" cy="909352"/>
          </a:xfrm>
          <a:prstGeom prst="rect">
            <a:avLst/>
          </a:prstGeom>
          <a:noFill/>
        </p:spPr>
        <p:txBody>
          <a:bodyPr wrap="square" rtlCol="0">
            <a:spAutoFit/>
          </a:bodyPr>
          <a:lstStyle/>
          <a:p>
            <a:pPr algn="r">
              <a:lnSpc>
                <a:spcPct val="114000"/>
              </a:lnSpc>
            </a:pPr>
            <a:r>
              <a:rPr lang="de-DE" sz="2400" dirty="0">
                <a:latin typeface="Source Sans Pro Light" panose="020B0403030403020204" pitchFamily="34" charset="0"/>
                <a:ea typeface="Source Sans Pro Light" panose="020B0403030403020204" pitchFamily="34" charset="0"/>
              </a:rPr>
              <a:t>Prof. Dr.-Ing. Mirco Fuchs (Computer Vision und Maschinelles Lernen)</a:t>
            </a:r>
          </a:p>
          <a:p>
            <a:pPr algn="r">
              <a:lnSpc>
                <a:spcPct val="114000"/>
              </a:lnSpc>
            </a:pPr>
            <a:r>
              <a:rPr lang="de-DE" sz="2400" dirty="0">
                <a:latin typeface="Source Sans Pro Light" panose="020B0403030403020204" pitchFamily="34" charset="0"/>
                <a:ea typeface="Source Sans Pro Light" panose="020B0403030403020204" pitchFamily="34" charset="0"/>
              </a:rPr>
              <a:t>Prof. Dr.-Ing. Gerold Bausch (Eingebettete Systeme und Signalverarbeitung)</a:t>
            </a:r>
          </a:p>
        </p:txBody>
      </p:sp>
      <p:pic>
        <p:nvPicPr>
          <p:cNvPr id="21" name="Grafik 20">
            <a:extLst>
              <a:ext uri="{FF2B5EF4-FFF2-40B4-BE49-F238E27FC236}">
                <a16:creationId xmlns:a16="http://schemas.microsoft.com/office/drawing/2014/main" id="{11DCEDD6-58F4-5810-3565-CD1582ECF73C}"/>
              </a:ext>
            </a:extLst>
          </p:cNvPr>
          <p:cNvPicPr>
            <a:picLocks noChangeAspect="1"/>
          </p:cNvPicPr>
          <p:nvPr/>
        </p:nvPicPr>
        <p:blipFill>
          <a:blip r:embed="rId3"/>
          <a:stretch>
            <a:fillRect/>
          </a:stretch>
        </p:blipFill>
        <p:spPr>
          <a:xfrm>
            <a:off x="1592990" y="21430225"/>
            <a:ext cx="8759957" cy="4927476"/>
          </a:xfrm>
          <a:prstGeom prst="rect">
            <a:avLst/>
          </a:prstGeom>
        </p:spPr>
      </p:pic>
      <p:pic>
        <p:nvPicPr>
          <p:cNvPr id="25" name="Grafik 24">
            <a:extLst>
              <a:ext uri="{FF2B5EF4-FFF2-40B4-BE49-F238E27FC236}">
                <a16:creationId xmlns:a16="http://schemas.microsoft.com/office/drawing/2014/main" id="{CC18053C-DDF4-C5EC-876E-6135531849F8}"/>
              </a:ext>
            </a:extLst>
          </p:cNvPr>
          <p:cNvPicPr>
            <a:picLocks noChangeAspect="1"/>
          </p:cNvPicPr>
          <p:nvPr/>
        </p:nvPicPr>
        <p:blipFill>
          <a:blip r:embed="rId4"/>
          <a:stretch>
            <a:fillRect/>
          </a:stretch>
        </p:blipFill>
        <p:spPr>
          <a:xfrm>
            <a:off x="1621095" y="16395926"/>
            <a:ext cx="8759957" cy="4927476"/>
          </a:xfrm>
          <a:prstGeom prst="rect">
            <a:avLst/>
          </a:prstGeom>
        </p:spPr>
      </p:pic>
    </p:spTree>
    <p:extLst>
      <p:ext uri="{BB962C8B-B14F-4D97-AF65-F5344CB8AC3E}">
        <p14:creationId xmlns:p14="http://schemas.microsoft.com/office/powerpoint/2010/main" val="1295899091"/>
      </p:ext>
    </p:extLst>
  </p:cSld>
  <p:clrMapOvr>
    <a:masterClrMapping/>
  </p:clrMapOvr>
</p:sld>
</file>

<file path=ppt/theme/theme1.xml><?xml version="1.0" encoding="utf-8"?>
<a:theme xmlns:a="http://schemas.openxmlformats.org/drawingml/2006/main" name="HTWK_A3">
  <a:themeElements>
    <a:clrScheme name="HTWK_Test">
      <a:dk1>
        <a:sysClr val="windowText" lastClr="000000"/>
      </a:dk1>
      <a:lt1>
        <a:sysClr val="window" lastClr="FFFFFF"/>
      </a:lt1>
      <a:dk2>
        <a:srgbClr val="022541"/>
      </a:dk2>
      <a:lt2>
        <a:srgbClr val="BEC3C6"/>
      </a:lt2>
      <a:accent1>
        <a:srgbClr val="FFED00"/>
      </a:accent1>
      <a:accent2>
        <a:srgbClr val="E5007D"/>
      </a:accent2>
      <a:accent3>
        <a:srgbClr val="00964E"/>
      </a:accent3>
      <a:accent4>
        <a:srgbClr val="E53009"/>
      </a:accent4>
      <a:accent5>
        <a:srgbClr val="009EE3"/>
      </a:accent5>
      <a:accent6>
        <a:srgbClr val="004699"/>
      </a:accent6>
      <a:hlink>
        <a:srgbClr val="022541"/>
      </a:hlink>
      <a:folHlink>
        <a:srgbClr val="2E3639"/>
      </a:folHlink>
    </a:clrScheme>
    <a:fontScheme name="HTWK">
      <a:majorFont>
        <a:latin typeface="Source Sans Pro"/>
        <a:ea typeface=""/>
        <a:cs typeface=""/>
      </a:majorFont>
      <a:minorFont>
        <a:latin typeface="Source Sans Pro"/>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TWK_Plakat_V01" id="{24D39333-43B7-418E-8ABA-5C16DBDDDE5B}" vid="{F722BCDE-56F1-409C-839E-A801E0B53482}"/>
    </a:ext>
  </a:extLst>
</a:theme>
</file>

<file path=ppt/theme/theme2.xml><?xml version="1.0" encoding="utf-8"?>
<a:theme xmlns:a="http://schemas.openxmlformats.org/drawingml/2006/main" name="HTWK_A4">
  <a:themeElements>
    <a:clrScheme name="HTWK_Test">
      <a:dk1>
        <a:sysClr val="windowText" lastClr="000000"/>
      </a:dk1>
      <a:lt1>
        <a:sysClr val="window" lastClr="FFFFFF"/>
      </a:lt1>
      <a:dk2>
        <a:srgbClr val="022541"/>
      </a:dk2>
      <a:lt2>
        <a:srgbClr val="BEC3C6"/>
      </a:lt2>
      <a:accent1>
        <a:srgbClr val="FFED00"/>
      </a:accent1>
      <a:accent2>
        <a:srgbClr val="E5007D"/>
      </a:accent2>
      <a:accent3>
        <a:srgbClr val="00964E"/>
      </a:accent3>
      <a:accent4>
        <a:srgbClr val="E53009"/>
      </a:accent4>
      <a:accent5>
        <a:srgbClr val="009EE3"/>
      </a:accent5>
      <a:accent6>
        <a:srgbClr val="004699"/>
      </a:accent6>
      <a:hlink>
        <a:srgbClr val="022541"/>
      </a:hlink>
      <a:folHlink>
        <a:srgbClr val="2E3639"/>
      </a:folHlink>
    </a:clrScheme>
    <a:fontScheme name="HTWK">
      <a:majorFont>
        <a:latin typeface="Source Sans Pro"/>
        <a:ea typeface=""/>
        <a:cs typeface=""/>
      </a:majorFont>
      <a:minorFont>
        <a:latin typeface="Source Sans Pro"/>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TWK_Plakat_V01" id="{24D39333-43B7-418E-8ABA-5C16DBDDDE5B}" vid="{F722BCDE-56F1-409C-839E-A801E0B53482}"/>
    </a:ext>
  </a:extLst>
</a:theme>
</file>

<file path=ppt/theme/theme3.xml><?xml version="1.0" encoding="utf-8"?>
<a:theme xmlns:a="http://schemas.openxmlformats.org/drawingml/2006/main" name="HTWK_A2">
  <a:themeElements>
    <a:clrScheme name="HTWK_Test">
      <a:dk1>
        <a:sysClr val="windowText" lastClr="000000"/>
      </a:dk1>
      <a:lt1>
        <a:sysClr val="window" lastClr="FFFFFF"/>
      </a:lt1>
      <a:dk2>
        <a:srgbClr val="022541"/>
      </a:dk2>
      <a:lt2>
        <a:srgbClr val="BEC3C6"/>
      </a:lt2>
      <a:accent1>
        <a:srgbClr val="FFED00"/>
      </a:accent1>
      <a:accent2>
        <a:srgbClr val="E5007D"/>
      </a:accent2>
      <a:accent3>
        <a:srgbClr val="00964E"/>
      </a:accent3>
      <a:accent4>
        <a:srgbClr val="E53009"/>
      </a:accent4>
      <a:accent5>
        <a:srgbClr val="009EE3"/>
      </a:accent5>
      <a:accent6>
        <a:srgbClr val="004699"/>
      </a:accent6>
      <a:hlink>
        <a:srgbClr val="022541"/>
      </a:hlink>
      <a:folHlink>
        <a:srgbClr val="2E3639"/>
      </a:folHlink>
    </a:clrScheme>
    <a:fontScheme name="HTWK">
      <a:majorFont>
        <a:latin typeface="Source Sans Pro"/>
        <a:ea typeface=""/>
        <a:cs typeface=""/>
      </a:majorFont>
      <a:minorFont>
        <a:latin typeface="Source Sans Pro"/>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TWK_Plakat_V01" id="{24D39333-43B7-418E-8ABA-5C16DBDDDE5B}" vid="{F722BCDE-56F1-409C-839E-A801E0B53482}"/>
    </a:ext>
  </a:extLst>
</a:theme>
</file>

<file path=ppt/theme/theme4.xml><?xml version="1.0" encoding="utf-8"?>
<a:theme xmlns:a="http://schemas.openxmlformats.org/drawingml/2006/main" name="HTWK_A1">
  <a:themeElements>
    <a:clrScheme name="HTWK_Test">
      <a:dk1>
        <a:sysClr val="windowText" lastClr="000000"/>
      </a:dk1>
      <a:lt1>
        <a:sysClr val="window" lastClr="FFFFFF"/>
      </a:lt1>
      <a:dk2>
        <a:srgbClr val="022541"/>
      </a:dk2>
      <a:lt2>
        <a:srgbClr val="BEC3C6"/>
      </a:lt2>
      <a:accent1>
        <a:srgbClr val="FFED00"/>
      </a:accent1>
      <a:accent2>
        <a:srgbClr val="E5007D"/>
      </a:accent2>
      <a:accent3>
        <a:srgbClr val="00964E"/>
      </a:accent3>
      <a:accent4>
        <a:srgbClr val="E53009"/>
      </a:accent4>
      <a:accent5>
        <a:srgbClr val="009EE3"/>
      </a:accent5>
      <a:accent6>
        <a:srgbClr val="004699"/>
      </a:accent6>
      <a:hlink>
        <a:srgbClr val="022541"/>
      </a:hlink>
      <a:folHlink>
        <a:srgbClr val="2E3639"/>
      </a:folHlink>
    </a:clrScheme>
    <a:fontScheme name="HTWK">
      <a:majorFont>
        <a:latin typeface="Source Sans Pro"/>
        <a:ea typeface=""/>
        <a:cs typeface=""/>
      </a:majorFont>
      <a:minorFont>
        <a:latin typeface="Source Sans Pro"/>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TWK_Plakat_V01" id="{24D39333-43B7-418E-8ABA-5C16DBDDDE5B}" vid="{F722BCDE-56F1-409C-839E-A801E0B53482}"/>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HTWK</Template>
  <TotalTime>0</TotalTime>
  <Words>269</Words>
  <Application>Microsoft Office PowerPoint</Application>
  <PresentationFormat>Benutzerdefiniert</PresentationFormat>
  <Paragraphs>17</Paragraphs>
  <Slides>1</Slides>
  <Notes>0</Notes>
  <HiddenSlides>0</HiddenSlides>
  <MMClips>0</MMClips>
  <ScaleCrop>false</ScaleCrop>
  <HeadingPairs>
    <vt:vector size="6" baseType="variant">
      <vt:variant>
        <vt:lpstr>Verwendete Schriftarten</vt:lpstr>
      </vt:variant>
      <vt:variant>
        <vt:i4>5</vt:i4>
      </vt:variant>
      <vt:variant>
        <vt:lpstr>Design</vt:lpstr>
      </vt:variant>
      <vt:variant>
        <vt:i4>4</vt:i4>
      </vt:variant>
      <vt:variant>
        <vt:lpstr>Folientitel</vt:lpstr>
      </vt:variant>
      <vt:variant>
        <vt:i4>1</vt:i4>
      </vt:variant>
    </vt:vector>
  </HeadingPairs>
  <TitlesOfParts>
    <vt:vector size="10" baseType="lpstr">
      <vt:lpstr>Arial</vt:lpstr>
      <vt:lpstr>Calibri</vt:lpstr>
      <vt:lpstr>Source Sans Pro</vt:lpstr>
      <vt:lpstr>Source Sans Pro Light</vt:lpstr>
      <vt:lpstr>Source Sans Pro Semibold</vt:lpstr>
      <vt:lpstr>HTWK_A3</vt:lpstr>
      <vt:lpstr>HTWK_A4</vt:lpstr>
      <vt:lpstr>HTWK_A2</vt:lpstr>
      <vt:lpstr>HTWK_A1</vt:lpstr>
      <vt:lpstr>ArUco-basierte visuelle Navigation mit dem LeKiwi Roboter Markererkennung, Pose Estimation und zielgerichtete Navigation mit OpenCV auf dem Raspberry Pi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ms410383</dc:creator>
  <cp:lastModifiedBy>Kebab, Mohamad Laith</cp:lastModifiedBy>
  <cp:revision>28</cp:revision>
  <cp:lastPrinted>2022-10-06T14:53:36Z</cp:lastPrinted>
  <dcterms:created xsi:type="dcterms:W3CDTF">2018-12-13T13:19:04Z</dcterms:created>
  <dcterms:modified xsi:type="dcterms:W3CDTF">2026-09-13T19:52:16Z</dcterms:modified>
</cp:coreProperties>
</file>